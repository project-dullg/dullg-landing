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a5625e539744fa" /><Relationship Type="http://schemas.openxmlformats.org/officeDocument/2006/relationships/extended-properties" Target="/docProps/app.xml" Id="R6c37e4e6d4f54bb1" /><Relationship Type="http://schemas.openxmlformats.org/officeDocument/2006/relationships/officeDocument" Target="/ppt/presentation.xml" Id="Rc22117c37f5048e4" /></Relationships>
</file>

<file path=ppt/presentation.xml><?xml version="1.0" encoding="utf-8"?>
<p:presentation xmlns:p="http://schemas.openxmlformats.org/presentationml/2006/main">
  <p:sldMasterIdLst>
    <p:sldMasterId xmlns:r="http://schemas.openxmlformats.org/officeDocument/2006/relationships" id="2147483648" r:id="R6d1980a553314f72"/>
  </p:sldMasterIdLst>
  <p:notesMasterIdLst>
    <p:notesMasterId xmlns:r="http://schemas.openxmlformats.org/officeDocument/2006/relationships" r:id="Recbda87b70f946c7"/>
  </p:notesMasterIdLst>
  <p:sldIdLst>
    <p:sldId xmlns:r="http://schemas.openxmlformats.org/officeDocument/2006/relationships" id="256" r:id="R2edfd2d1f7d64f25"/>
    <p:sldId xmlns:r="http://schemas.openxmlformats.org/officeDocument/2006/relationships" id="257" r:id="R87d27b93942f43e4"/>
    <p:sldId xmlns:r="http://schemas.openxmlformats.org/officeDocument/2006/relationships" id="258" r:id="R37d79870563d4170"/>
    <p:sldId xmlns:r="http://schemas.openxmlformats.org/officeDocument/2006/relationships" id="259" r:id="Rd3e9530c0b504d85"/>
    <p:sldId xmlns:r="http://schemas.openxmlformats.org/officeDocument/2006/relationships" id="260" r:id="Rb0a0d7c5f90b445c"/>
    <p:sldId xmlns:r="http://schemas.openxmlformats.org/officeDocument/2006/relationships" id="261" r:id="R0c48e40b80b8437e"/>
    <p:sldId xmlns:r="http://schemas.openxmlformats.org/officeDocument/2006/relationships" id="262" r:id="Rf890416740fe41c1"/>
    <p:sldId xmlns:r="http://schemas.openxmlformats.org/officeDocument/2006/relationships" id="263" r:id="R4d7ccd9d077c409f"/>
    <p:sldId xmlns:r="http://schemas.openxmlformats.org/officeDocument/2006/relationships" id="264" r:id="R7c1615a2b03f4650"/>
    <p:sldId xmlns:r="http://schemas.openxmlformats.org/officeDocument/2006/relationships" id="265" r:id="R2afcfc1ac3f742c8"/>
    <p:sldId xmlns:r="http://schemas.openxmlformats.org/officeDocument/2006/relationships" id="266" r:id="Re22349722c694463"/>
    <p:sldId xmlns:r="http://schemas.openxmlformats.org/officeDocument/2006/relationships" id="267" r:id="R23c817af8955449d"/>
    <p:sldId xmlns:r="http://schemas.openxmlformats.org/officeDocument/2006/relationships" id="268" r:id="R8d804f422023442c"/>
    <p:sldId xmlns:r="http://schemas.openxmlformats.org/officeDocument/2006/relationships" id="269" r:id="Rc542964220944866"/>
    <p:sldId xmlns:r="http://schemas.openxmlformats.org/officeDocument/2006/relationships" id="270" r:id="R7cec7e2b53804325"/>
    <p:sldId xmlns:r="http://schemas.openxmlformats.org/officeDocument/2006/relationships" id="271" r:id="R755e908fec074bde"/>
    <p:sldId xmlns:r="http://schemas.openxmlformats.org/officeDocument/2006/relationships" id="272" r:id="Ra9faa5a0364f4a91"/>
    <p:sldId xmlns:r="http://schemas.openxmlformats.org/officeDocument/2006/relationships" id="273" r:id="R52ac5a333b624742"/>
    <p:sldId xmlns:r="http://schemas.openxmlformats.org/officeDocument/2006/relationships" id="274" r:id="Rc697c897f2e24f61"/>
    <p:sldId xmlns:r="http://schemas.openxmlformats.org/officeDocument/2006/relationships" id="275" r:id="Rc1708cd561aa4303"/>
    <p:sldId xmlns:r="http://schemas.openxmlformats.org/officeDocument/2006/relationships" id="276" r:id="Rc74b486ac7334c98"/>
    <p:sldId xmlns:r="http://schemas.openxmlformats.org/officeDocument/2006/relationships" id="277" r:id="R56f7d0e49e9d42e5"/>
    <p:sldId xmlns:r="http://schemas.openxmlformats.org/officeDocument/2006/relationships" id="278" r:id="Rb8845201386a4cf7"/>
    <p:sldId xmlns:r="http://schemas.openxmlformats.org/officeDocument/2006/relationships" id="279" r:id="R1336ef5bd2df4e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a63932b89c240da" /><Relationship Type="http://schemas.openxmlformats.org/officeDocument/2006/relationships/slideMaster" Target="/ppt/slideMasters/slideMaster1.xml" Id="R6d1980a553314f72" /><Relationship Type="http://schemas.openxmlformats.org/officeDocument/2006/relationships/notesMaster" Target="/ppt/notesMasters/notesMaster1.xml" Id="Recbda87b70f946c7" /><Relationship Type="http://schemas.openxmlformats.org/officeDocument/2006/relationships/presProps" Target="/ppt/presProps.xml" Id="R413577ca64754f03" /><Relationship Type="http://schemas.openxmlformats.org/officeDocument/2006/relationships/tableStyles" Target="/ppt/tableStyles.xml" Id="R631256e993e04ee8" /><Relationship Type="http://schemas.openxmlformats.org/officeDocument/2006/relationships/slide" Target="/ppt/slides/slide1.xml" Id="R2edfd2d1f7d64f25" /><Relationship Type="http://schemas.openxmlformats.org/officeDocument/2006/relationships/slide" Target="/ppt/slides/slide2.xml" Id="R87d27b93942f43e4" /><Relationship Type="http://schemas.openxmlformats.org/officeDocument/2006/relationships/slide" Target="/ppt/slides/slide3.xml" Id="R37d79870563d4170" /><Relationship Type="http://schemas.openxmlformats.org/officeDocument/2006/relationships/slide" Target="/ppt/slides/slide4.xml" Id="Rd3e9530c0b504d85" /><Relationship Type="http://schemas.openxmlformats.org/officeDocument/2006/relationships/slide" Target="/ppt/slides/slide5.xml" Id="Rb0a0d7c5f90b445c" /><Relationship Type="http://schemas.openxmlformats.org/officeDocument/2006/relationships/slide" Target="/ppt/slides/slide6.xml" Id="R0c48e40b80b8437e" /><Relationship Type="http://schemas.openxmlformats.org/officeDocument/2006/relationships/slide" Target="/ppt/slides/slide7.xml" Id="Rf890416740fe41c1" /><Relationship Type="http://schemas.openxmlformats.org/officeDocument/2006/relationships/slide" Target="/ppt/slides/slide8.xml" Id="R4d7ccd9d077c409f" /><Relationship Type="http://schemas.openxmlformats.org/officeDocument/2006/relationships/slide" Target="/ppt/slides/slide9.xml" Id="R7c1615a2b03f4650" /><Relationship Type="http://schemas.openxmlformats.org/officeDocument/2006/relationships/slide" Target="/ppt/slides/slide10.xml" Id="R2afcfc1ac3f742c8" /><Relationship Type="http://schemas.openxmlformats.org/officeDocument/2006/relationships/slide" Target="/ppt/slides/slide11.xml" Id="Re22349722c694463" /><Relationship Type="http://schemas.openxmlformats.org/officeDocument/2006/relationships/slide" Target="/ppt/slides/slide12.xml" Id="R23c817af8955449d" /><Relationship Type="http://schemas.openxmlformats.org/officeDocument/2006/relationships/slide" Target="/ppt/slides/slide13.xml" Id="R8d804f422023442c" /><Relationship Type="http://schemas.openxmlformats.org/officeDocument/2006/relationships/slide" Target="/ppt/slides/slide14.xml" Id="Rc542964220944866" /><Relationship Type="http://schemas.openxmlformats.org/officeDocument/2006/relationships/slide" Target="/ppt/slides/slide15.xml" Id="R7cec7e2b53804325" /><Relationship Type="http://schemas.openxmlformats.org/officeDocument/2006/relationships/slide" Target="/ppt/slides/slide16.xml" Id="R755e908fec074bde" /><Relationship Type="http://schemas.openxmlformats.org/officeDocument/2006/relationships/slide" Target="/ppt/slides/slide17.xml" Id="Ra9faa5a0364f4a91" /><Relationship Type="http://schemas.openxmlformats.org/officeDocument/2006/relationships/slide" Target="/ppt/slides/slide18.xml" Id="R52ac5a333b624742" /><Relationship Type="http://schemas.openxmlformats.org/officeDocument/2006/relationships/slide" Target="/ppt/slides/slide19.xml" Id="Rc697c897f2e24f61" /><Relationship Type="http://schemas.openxmlformats.org/officeDocument/2006/relationships/slide" Target="/ppt/slides/slide20.xml" Id="Rc1708cd561aa4303" /><Relationship Type="http://schemas.openxmlformats.org/officeDocument/2006/relationships/slide" Target="/ppt/slides/slide21.xml" Id="Rc74b486ac7334c98" /><Relationship Type="http://schemas.openxmlformats.org/officeDocument/2006/relationships/slide" Target="/ppt/slides/slide22.xml" Id="R56f7d0e49e9d42e5" /><Relationship Type="http://schemas.openxmlformats.org/officeDocument/2006/relationships/slide" Target="/ppt/slides/slide23.xml" Id="Rb8845201386a4cf7" /><Relationship Type="http://schemas.openxmlformats.org/officeDocument/2006/relationships/slide" Target="/ppt/slides/slide24.xml" Id="R1336ef5bd2df4e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6dbb19262a40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0caefd96b8468d" /><Relationship Type="http://schemas.openxmlformats.org/officeDocument/2006/relationships/notesMaster" Target="/ppt/notesMasters/notesMaster1.xml" Id="Rab04452ea87d46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fcc7246b4e4293" /><Relationship Type="http://schemas.openxmlformats.org/officeDocument/2006/relationships/notesMaster" Target="/ppt/notesMasters/notesMaster1.xml" Id="R60fb2bc083c94d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62486d9a38410d" /><Relationship Type="http://schemas.openxmlformats.org/officeDocument/2006/relationships/notesMaster" Target="/ppt/notesMasters/notesMaster1.xml" Id="R081ac00bfc95412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202132de484eaf" /><Relationship Type="http://schemas.openxmlformats.org/officeDocument/2006/relationships/notesMaster" Target="/ppt/notesMasters/notesMaster1.xml" Id="Rb4e6fbbd3bd743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7b1b01294d42e7" /><Relationship Type="http://schemas.openxmlformats.org/officeDocument/2006/relationships/notesMaster" Target="/ppt/notesMasters/notesMaster1.xml" Id="R98cf349b504648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9dc621b0424d47" /><Relationship Type="http://schemas.openxmlformats.org/officeDocument/2006/relationships/notesMaster" Target="/ppt/notesMasters/notesMaster1.xml" Id="R2a102d0a8eef4b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b477cfc3a7490c" /><Relationship Type="http://schemas.openxmlformats.org/officeDocument/2006/relationships/notesMaster" Target="/ppt/notesMasters/notesMaster1.xml" Id="Re9ce768f9f744e2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b646faf26f4481" /><Relationship Type="http://schemas.openxmlformats.org/officeDocument/2006/relationships/notesMaster" Target="/ppt/notesMasters/notesMaster1.xml" Id="Rba341942218649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75a739031f490a" /><Relationship Type="http://schemas.openxmlformats.org/officeDocument/2006/relationships/notesMaster" Target="/ppt/notesMasters/notesMaster1.xml" Id="R481ccc4867044b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9f00c966c74fb4" /><Relationship Type="http://schemas.openxmlformats.org/officeDocument/2006/relationships/notesMaster" Target="/ppt/notesMasters/notesMaster1.xml" Id="Rf253b50bfde7424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7eb629f95e440e" /><Relationship Type="http://schemas.openxmlformats.org/officeDocument/2006/relationships/notesMaster" Target="/ppt/notesMasters/notesMaster1.xml" Id="Re1c0370e926340a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3f63b6393624e09" /><Relationship Type="http://schemas.openxmlformats.org/officeDocument/2006/relationships/notesMaster" Target="/ppt/notesMasters/notesMaster1.xml" Id="Rc9520d287b3d4f0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08a2202f98495a" /><Relationship Type="http://schemas.openxmlformats.org/officeDocument/2006/relationships/notesMaster" Target="/ppt/notesMasters/notesMaster1.xml" Id="Rece5371b79c2438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0995eae3801428e" /><Relationship Type="http://schemas.openxmlformats.org/officeDocument/2006/relationships/notesMaster" Target="/ppt/notesMasters/notesMaster1.xml" Id="R09942021de004e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14a12fc3d84dd0" /><Relationship Type="http://schemas.openxmlformats.org/officeDocument/2006/relationships/notesMaster" Target="/ppt/notesMasters/notesMaster1.xml" Id="R247b2d9ab36e4a2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0293719e144739" /><Relationship Type="http://schemas.openxmlformats.org/officeDocument/2006/relationships/notesMaster" Target="/ppt/notesMasters/notesMaster1.xml" Id="Rda11c86dca644c9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30cb86dadf64650" /><Relationship Type="http://schemas.openxmlformats.org/officeDocument/2006/relationships/notesMaster" Target="/ppt/notesMasters/notesMaster1.xml" Id="R8dc5cfe3435743b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afd935b4ca44bcd" /><Relationship Type="http://schemas.openxmlformats.org/officeDocument/2006/relationships/notesMaster" Target="/ppt/notesMasters/notesMaster1.xml" Id="Rf72546a3075d4e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0ef9b2fa6f4bb1" /><Relationship Type="http://schemas.openxmlformats.org/officeDocument/2006/relationships/notesMaster" Target="/ppt/notesMasters/notesMaster1.xml" Id="R85ea009ab0fe498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5ceca49f1014627" /><Relationship Type="http://schemas.openxmlformats.org/officeDocument/2006/relationships/notesMaster" Target="/ppt/notesMasters/notesMaster1.xml" Id="R74283dc417bf4ae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b4acc89d6b743de" /><Relationship Type="http://schemas.openxmlformats.org/officeDocument/2006/relationships/notesMaster" Target="/ppt/notesMasters/notesMaster1.xml" Id="Rf28b3a24a6614ab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b54d6992afd465c" /><Relationship Type="http://schemas.openxmlformats.org/officeDocument/2006/relationships/notesMaster" Target="/ppt/notesMasters/notesMaster1.xml" Id="Rf307eff4f090460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aaf0da58e7545d1" /><Relationship Type="http://schemas.openxmlformats.org/officeDocument/2006/relationships/notesMaster" Target="/ppt/notesMasters/notesMaster1.xml" Id="R4d64065fa2ca4a3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2c92c65bb845a9" /><Relationship Type="http://schemas.openxmlformats.org/officeDocument/2006/relationships/notesMaster" Target="/ppt/notesMasters/notesMaster1.xml" Id="Rf73e833b58574a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확정 수업 시간은 16:00~17:00, 총 60분이다. 팀마다 지역 관광 보드게임 또는 체험형 교구 중 한 방향을 골라 기획안과 설계안을 남긴다. 두 종류의 제품을 모두 제작하게 하지 않는다. twisdom은 Twist와 Wisdom을 합친 이름으로 이야기의 반전을 통해 이해가 깊어진다는 뜻이다. 모든 콘텐츠에 억지로 반전을 넣으라는 조건은 아니다. 이번 수업은 기획과 설계이며 실제 제조와 온라인 구현은 후속 과정이다.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총 60분: 도입 5분, AI 시연 10분, 팀별 기획 15분, 팀별 설계 20분, 공유와 수정 10분. 설명 구간에는 빠르게 넘기고 팀 활동 안내 화면은 실습 동안 유지한다. 수업 시간을 모든 슬라이드에 균등하게 나누지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지난 시간의 실제 학생 메모다. 울릉마블, 독도에서 살아남기, 전설과 바위 이야기, 함께 해답을 찾는 추리를 이번 주제에 맞게 발전시킬 수 있다. 구체적 규칙과 학습 효과는 아직 확정하지 않았다.</a:t>
            </a:r>
          </a:p>
          <a:p xmlns:a="http://schemas.openxmlformats.org/drawingml/2006/main">
            <a:r>
              <a:t>자료: 사용자 제공 학생 기획 메모 A02_KakaoTalk_Photo_2026-09-21-13-17-25 002.jpeg</a:t>
            </a:r>
          </a:p>
          <a:p xmlns:a="http://schemas.openxmlformats.org/drawingml/2006/main">
            <a:r>
              <a:t>이전 수업: https://dullg-landing-one.vercel.app/materials/ulleung-high-lesson-2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기획안과 설계안은 한 문서 안의 두 구역으로 정리할 수 있다. 기획안은 대상과 경험, 설계안은 구체적인 구성과 작동을 설명한다. 보드게임과 교구 가운데 하나를 선택하고 그 선택에 대해 두 구역을 모두 작성한다.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사용자가 제공한 울릉마블 온라인 화면이다. 완성 가능한 모습의 사례로 보여주며 지도, 카드, 플레이어의 행동이 기획과 설계에 대응함을 설명한다. 이 화면의 세부 규칙을 학생 기획의 확정 규칙으로 옮기지 않는다. 실제 현금 베팅을 하는 수업이 아니다.</a:t>
            </a:r>
          </a:p>
          <a:p xmlns:a="http://schemas.openxmlformats.org/drawingml/2006/main">
            <a:r>
              <a:t>자료: 사용자 첨부 스크린샷 2026-10-21 오후 11.55.52.png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이미 가진 자료와 수업에서 제공한 지역 자료를 우선 사용한다. 박물관, 공공기관 등 원자료의 기관·자료명·출처를 기록한다. 독도박물관이 지도와 문헌 등 관련 자료를 전시한다는 설명은 한국해양과학기술원 독도종합정보시스템의 박물관 안내에서 확인했다. 구체적인 역사 사건, 연도, 지명을 AI가 새로 제시하면 원문과 대조한다. 전설은 전승 이야기로 표시한다.</a:t>
            </a:r>
          </a:p>
          <a:p xmlns:a="http://schemas.openxmlformats.org/drawingml/2006/main">
            <a:r>
              <a:t>출처: https://www.dokdo.re.kr/home/cms/cmsCont.do?cntnts_sn=107</a:t>
            </a:r>
          </a:p>
          <a:p xmlns:a="http://schemas.openxmlformats.org/drawingml/2006/main">
            <a:r>
              <a:t>추가 출처: https://contents.history.go.kr/front/hm/view.do?levelId=hm_122_0020</a:t>
            </a:r>
          </a:p>
          <a:p xmlns:a="http://schemas.openxmlformats.org/drawingml/2006/main">
            <a:r>
              <a:t>확인: 2026-10-22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지역 정보가 단순한 장식이나 퀴즈 문제에만 머물지 않도록 이용자의 행동에 연결한다. 아래 연결은 수업용 설계 예시다. 역사 자료의 내용 자체는 원자료를 사용한다.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목적·자료·요청·조건을 한 예문에서 읽는다. 현재 정보로 제안을 먼저 받고 학생이 고른다. 출처 있는 자료를 붙이고 사실과 창작 설정을 구분하도록 한다.</a:t>
            </a:r>
          </a:p>
          <a:p xmlns:a="http://schemas.openxmlformats.org/drawingml/2006/main">
            <a:r>
              <a:t>참고: https://dullg-landing-one.vercel.app/materials/modoo-startup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제안은 서로 다른 활동 형태를 비교하기 위한 수업용 예시다. 체험형 교구에도 반드시 점수나 승자가 있어야 하는 것은 아니다. 학생은 하나를 고르거나 다른 기획 방향을 제안할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기획을 유지하며 바꿀 대상을 지정하는 요청을 시연한다. 변경 이유를 알려주면 AI가 기존의 잘 맞던 요소를 유지하기 쉽다. 아래는 보드게임 기획을 수정하는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16:15에 팀별 기획 활동으로 전환한다. 이용자와 소재를 이미 알고 있으면 반복 설명을 줄이고 바로 제안을 받아 비교한다. 아래 네 항목이 기획안에 드러나면 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뒤의 설계안과 연결되는 체험형 교구 기획안 예시다. 같은 기획을 유지하면서 대상과 경험을 구성품·활동 순서로 구체화한다. 1900년 칙령 제41호의 태하동 기록은 우리역사넷에서 확인했다.</a:t>
            </a:r>
          </a:p>
          <a:p xmlns:a="http://schemas.openxmlformats.org/drawingml/2006/main">
            <a:r>
              <a:t>출처: https://contents.history.go.kr/front/hm/view.do?levelId=hm_122_0020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화면을 팀별 활동 동안 유지한다. 학생이 실제 메모와 자료를 붙여 AI 제안을 받은 뒤 선택 이유와 수정할 부분을 말하도록 돕는다. 결과는 기획안의 네 항목으로 묶는다. 기기 사용이 어려우면 팀이 요청을 구두로 정하고 강사가 대신 시연한다.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16:30에 설계로 전환한다. 대상을 바꾸거나 새 아이디어를 반복해서 늘리기보다 선택한 기획이 실제로 진행되는 방법을 구체화한다. 전체 제품 제작은 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흐름은 각 콘텐츠 내부의 실제 활동 순서다. 게임과 교구 사이의 선후관계가 아니다. 종료 조건과 완료 조건은 수업용 제안이며 시험 뒤 조정할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필요한 구성품의 역할이 행동에 대응하는지 설명한다. 표의 수량을 실제 제조 수량으로 정한 것은 아니다. 학생은 자신의 진행에 필요한 구성만 고른다.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국사편찬위원회 우리역사넷에 수록된 칙령 제41호 제2조의 군청 위치에 관한 내용을 쉽게 풀어 쓴 카드다. 원자료는 관보 제1716호(1900.10.27)이며 칙령 날짜는 1900.10.25이다. 역사 기록과 수업에서 만든 활동 질문을 구분해 읽는다. 원본 문서를 재현한 이미지가 아니다.</a:t>
            </a:r>
          </a:p>
          <a:p xmlns:a="http://schemas.openxmlformats.org/drawingml/2006/main">
            <a:r>
              <a:t>출처: https://contents.history.go.kr/front/hm/view.do?levelId=hm_122_0020</a:t>
            </a:r>
          </a:p>
          <a:p xmlns:a="http://schemas.openxmlformats.org/drawingml/2006/main">
            <a:r>
              <a:t>확인: 2026-10-22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선택한 기획안만 바탕으로 첫 체험에 필요한 범위를 설계하게 한다. 부품 수량은 시안으로 제안받되 실제 제조·예산 확정으로 쓰지 않는다. 새 역사 사실과 미확인 성과를 추가하지 않도록 요청한다.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독립된 교구로 사용할 수 있는 울릉 이야기 전시판 예시다. 수량은 수업용 설계 제안이다. 실제 자료 카드 내용은 확인된 원자료를 사용한다. 방문객의 질문과 배치 방식은 창작할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설계 활동 중 띄워두는 화면이다. AI의 제안에서 구성이 과도하게 늘어나면 첫 체험에 필요한 부분으로 조정한다. 미확정인 부분은 남기고 다음 시험에서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공유 전에 역사 사실·전승·창작의 상태와 실제 진행 가능성을 확인한다. 학습 효과와 관광객 만족도를 확인하지 않고 결과처럼 적지 않는다. 이 수업의 직접 결과는 기획안과 설계안 초안이다.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16:50에 공유로 전환한다. 모든 세부 규칙을 읽기보다 기획 방향과 대표 활동 장면을 설명한다. 다른 팀은 자료와 행동이 연결되는지, 어디에서 설명이 더 필요한지 알려준다. 팀장 재선출은 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피드백은 실제 받은 말을 사용한다. 아래는 구성품과 활동 안내를 고치는 연습 예시이다. 기존 기획 목적을 유지하고 바뀔 부분을 지정한다.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종료 전에 두 구역을 저장하고 다음 작업 담당을 정한다. 이미 선출된 팀장은 서우림·이다혜·김민중이며 이름별 소속 팀은 임의로 배정하지 않는다. 이후 온라인 프로토타입으로 체험해 보고 수정할 수 있다. 실물 제작은 추후 여건에 따라 검토한다.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9f6b620b214c1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cb2815d0b1b456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e35d22c761459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6b7673b7e1c41d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a317dec255e49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6d767a351c348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CA4CE3-93E1-46CA-9E7D-597130FB90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DA8E0-4643-4E1F-94A7-E0B8119C273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71211BA-F986-4297-9DD8-E391F184F3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82FEF3-2E54-4DD9-846B-47055102AC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1D47B5-9A4B-4A1E-8BAB-D0A548EBCA4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26E0027-539A-432D-A866-73A9C39AD0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2CE1C1-D7C0-4805-AE9B-706600DEDE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4FE5B6D-0458-45AB-B963-9793AAF9C94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8A7362-D186-47E2-A199-621586979C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A8486A3-5A00-489A-8849-217703BD5C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73dce0199c435f" /><Relationship Type="http://schemas.openxmlformats.org/officeDocument/2006/relationships/slideLayout" Target="/ppt/slideLayouts/slideLayout1.xml" Id="R51f13f9d6db84dd8" /><Relationship Type="http://schemas.openxmlformats.org/officeDocument/2006/relationships/slideLayout" Target="/ppt/slideLayouts/slideLayout2.xml" Id="R9dd39a708ace4d4b" /><Relationship Type="http://schemas.openxmlformats.org/officeDocument/2006/relationships/slideLayout" Target="/ppt/slideLayouts/slideLayout3.xml" Id="Rd465d79b88904f51" /><Relationship Type="http://schemas.openxmlformats.org/officeDocument/2006/relationships/slideLayout" Target="/ppt/slideLayouts/slideLayout4.xml" Id="Rdc20d9a1bc184c53" /><Relationship Type="http://schemas.openxmlformats.org/officeDocument/2006/relationships/slideLayout" Target="/ppt/slideLayouts/slideLayout5.xml" Id="R2de620237e144299" /><Relationship Type="http://schemas.openxmlformats.org/officeDocument/2006/relationships/slideLayout" Target="/ppt/slideLayouts/slideLayout6.xml" Id="Rddc8009749ca47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1f13f9d6db84dd8"/>
    <p:sldLayoutId xmlns:r="http://schemas.openxmlformats.org/officeDocument/2006/relationships" id="2147483650" r:id="R9dd39a708ace4d4b"/>
    <p:sldLayoutId xmlns:r="http://schemas.openxmlformats.org/officeDocument/2006/relationships" id="2147483651" r:id="Rd465d79b88904f51"/>
    <p:sldLayoutId xmlns:r="http://schemas.openxmlformats.org/officeDocument/2006/relationships" id="2147483652" r:id="Rdc20d9a1bc184c53"/>
    <p:sldLayoutId xmlns:r="http://schemas.openxmlformats.org/officeDocument/2006/relationships" id="2147483653" r:id="R2de620237e144299"/>
    <p:sldLayoutId xmlns:r="http://schemas.openxmlformats.org/officeDocument/2006/relationships" id="2147483654" r:id="Rddc8009749ca47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c339013a0ba4124" /><Relationship Type="http://schemas.openxmlformats.org/officeDocument/2006/relationships/notesSlide" Target="/ppt/notesSlides/notesSlide1.xml" Id="R844ed269236043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4da1723cf547a9" /><Relationship Type="http://schemas.openxmlformats.org/officeDocument/2006/relationships/notesSlide" Target="/ppt/notesSlides/notesSlide2.xml" Id="Rfe654efb4df144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1ef0dff9324e52" /><Relationship Type="http://schemas.openxmlformats.org/officeDocument/2006/relationships/image" Target="/ppt/media/image.jpeg" Id="Rcbe8a310480d4075" /><Relationship Type="http://schemas.openxmlformats.org/officeDocument/2006/relationships/notesSlide" Target="/ppt/notesSlides/notesSlide3.xml" Id="R52268a9a3a3442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cc7e1c01e024556" /><Relationship Type="http://schemas.openxmlformats.org/officeDocument/2006/relationships/notesSlide" Target="/ppt/notesSlides/notesSlide4.xml" Id="R30a1d1e12aad41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a00c553232143da" /><Relationship Type="http://schemas.openxmlformats.org/officeDocument/2006/relationships/image" Target="/ppt/media/image.png" Id="Re77311cf2c1b4eb3" /><Relationship Type="http://schemas.openxmlformats.org/officeDocument/2006/relationships/notesSlide" Target="/ppt/notesSlides/notesSlide5.xml" Id="Rf463f178079b4ec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45ecce8627a4b34" /><Relationship Type="http://schemas.openxmlformats.org/officeDocument/2006/relationships/notesSlide" Target="/ppt/notesSlides/notesSlide6.xml" Id="R55ad92d3fc00452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fb2b7525762455a" /><Relationship Type="http://schemas.openxmlformats.org/officeDocument/2006/relationships/notesSlide" Target="/ppt/notesSlides/notesSlide7.xml" Id="R64065dcd6a844e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da6b75a507d444a" /><Relationship Type="http://schemas.openxmlformats.org/officeDocument/2006/relationships/notesSlide" Target="/ppt/notesSlides/notesSlide8.xml" Id="Re16192ed63a74e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689038b97a9495a" /><Relationship Type="http://schemas.openxmlformats.org/officeDocument/2006/relationships/notesSlide" Target="/ppt/notesSlides/notesSlide9.xml" Id="R6c261206357042c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aa7a996038c4540" /><Relationship Type="http://schemas.openxmlformats.org/officeDocument/2006/relationships/notesSlide" Target="/ppt/notesSlides/notesSlide10.xml" Id="R5fd7afdf6ee54d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5ed9146a1334f71" /><Relationship Type="http://schemas.openxmlformats.org/officeDocument/2006/relationships/notesSlide" Target="/ppt/notesSlides/notesSlide11.xml" Id="Rfc12698940f64ee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8bb81ad069c4274" /><Relationship Type="http://schemas.openxmlformats.org/officeDocument/2006/relationships/notesSlide" Target="/ppt/notesSlides/notesSlide12.xml" Id="Re526db49351642f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66bbdeeb4cd4af4" /><Relationship Type="http://schemas.openxmlformats.org/officeDocument/2006/relationships/notesSlide" Target="/ppt/notesSlides/notesSlide13.xml" Id="Rc3cb4715fe2e4a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078ef9b765743ec" /><Relationship Type="http://schemas.openxmlformats.org/officeDocument/2006/relationships/notesSlide" Target="/ppt/notesSlides/notesSlide14.xml" Id="Rf07be11e867e4c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e94ed563e4a4b51" /><Relationship Type="http://schemas.openxmlformats.org/officeDocument/2006/relationships/notesSlide" Target="/ppt/notesSlides/notesSlide15.xml" Id="Rdfaa8e0bc7bb40b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4ab77d228af4d41" /><Relationship Type="http://schemas.openxmlformats.org/officeDocument/2006/relationships/notesSlide" Target="/ppt/notesSlides/notesSlide16.xml" Id="Rff665486f06c49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7cbe0538f9648a5" /><Relationship Type="http://schemas.openxmlformats.org/officeDocument/2006/relationships/notesSlide" Target="/ppt/notesSlides/notesSlide17.xml" Id="R974ab4b97e594c0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758059a16714fa3" /><Relationship Type="http://schemas.openxmlformats.org/officeDocument/2006/relationships/notesSlide" Target="/ppt/notesSlides/notesSlide18.xml" Id="Rc14df790a21d431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2a690bed1ce4b8b" /><Relationship Type="http://schemas.openxmlformats.org/officeDocument/2006/relationships/notesSlide" Target="/ppt/notesSlides/notesSlide19.xml" Id="Rbce1a8d7ce0241b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a0e4fe015e24cc4" /><Relationship Type="http://schemas.openxmlformats.org/officeDocument/2006/relationships/notesSlide" Target="/ppt/notesSlides/notesSlide20.xml" Id="Rbf542449ea4e455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5a6a7a908064ebb" /><Relationship Type="http://schemas.openxmlformats.org/officeDocument/2006/relationships/notesSlide" Target="/ppt/notesSlides/notesSlide21.xml" Id="R87cda8c512b5437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d8ffc4420654a5b" /><Relationship Type="http://schemas.openxmlformats.org/officeDocument/2006/relationships/notesSlide" Target="/ppt/notesSlides/notesSlide22.xml" Id="R00d2f3bba7b1456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3a305451199421d" /><Relationship Type="http://schemas.openxmlformats.org/officeDocument/2006/relationships/notesSlide" Target="/ppt/notesSlides/notesSlide23.xml" Id="R9e1c2a0c1c93422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8ccd2ecd1e24b27" /><Relationship Type="http://schemas.openxmlformats.org/officeDocument/2006/relationships/notesSlide" Target="/ppt/notesSlides/notesSlide24.xml" Id="R2abb4b54c0b44180" /></Relationships>
</file>

<file path=ppt/slides/slide1.xml><?xml version="1.0" encoding="utf-8"?>
<p:sld xmlns:p="http://schemas.openxmlformats.org/presentationml/2006/main">
  <p:cSld>
    <p:bg>
      <p:bgPr>
        <a:solidFill xmlns:a="http://schemas.openxmlformats.org/drawingml/2006/main">
          <a:srgbClr val="17323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00656F-162C-4918-AF8F-109D1763336B}"/>
              </a:ext>
            </a:extLst>
          </p:cNvPr>
          <p:cNvSpPr>
            <a:spLocks xmlns:a="http://schemas.openxmlformats.org/drawingml/2006/main" noGrp="1"/>
          </p:cNvSpPr>
          <p:nvPr/>
        </p:nvSpPr>
        <p:spPr>
          <a:xfrm xmlns:a="http://schemas.openxmlformats.org/drawingml/2006/main">
            <a:off x="762000" y="5715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7D1C6"/>
                </a:solidFill>
                <a:latin typeface="Pretendard"/>
                <a:ea typeface="Pretendard"/>
                <a:cs typeface="Pretendard"/>
              </a:defRPr>
            </a:defPPr>
            <a:lvl1pPr algn="l">
              <a:defRPr sz="1800" b="0">
                <a:solidFill>
                  <a:srgbClr val="B7D1C6"/>
                </a:solidFill>
                <a:latin typeface="Pretendard"/>
                <a:ea typeface="Pretendard"/>
                <a:cs typeface="Pretendard"/>
              </a:defRPr>
            </a:lvl1pPr>
            <a:lvl2pPr algn="l">
              <a:defRPr sz="1800" b="0">
                <a:solidFill>
                  <a:srgbClr val="B7D1C6"/>
                </a:solidFill>
                <a:latin typeface="Pretendard"/>
                <a:ea typeface="Pretendard"/>
                <a:cs typeface="Pretendard"/>
              </a:defRPr>
            </a:lvl2pPr>
            <a:lvl3pPr algn="l">
              <a:defRPr sz="1800" b="0">
                <a:solidFill>
                  <a:srgbClr val="B7D1C6"/>
                </a:solidFill>
                <a:latin typeface="Pretendard"/>
                <a:ea typeface="Pretendard"/>
                <a:cs typeface="Pretendard"/>
              </a:defRPr>
            </a:lvl3pPr>
            <a:lvl4pPr algn="l">
              <a:defRPr sz="1800" b="0">
                <a:solidFill>
                  <a:srgbClr val="B7D1C6"/>
                </a:solidFill>
                <a:latin typeface="Pretendard"/>
                <a:ea typeface="Pretendard"/>
                <a:cs typeface="Pretendard"/>
              </a:defRPr>
            </a:lvl4pPr>
            <a:lvl5pPr algn="l">
              <a:defRPr sz="1800" b="0">
                <a:solidFill>
                  <a:srgbClr val="B7D1C6"/>
                </a:solidFill>
                <a:latin typeface="Pretendard"/>
                <a:ea typeface="Pretendard"/>
                <a:cs typeface="Pretendard"/>
              </a:defRPr>
            </a:lvl5pPr>
            <a:lvl6pPr algn="l">
              <a:defRPr sz="1800" b="0">
                <a:solidFill>
                  <a:srgbClr val="B7D1C6"/>
                </a:solidFill>
                <a:latin typeface="Pretendard"/>
                <a:ea typeface="Pretendard"/>
                <a:cs typeface="Pretendard"/>
              </a:defRPr>
            </a:lvl6pPr>
            <a:lvl7pPr algn="l">
              <a:defRPr sz="1800" b="0">
                <a:solidFill>
                  <a:srgbClr val="B7D1C6"/>
                </a:solidFill>
                <a:latin typeface="Pretendard"/>
                <a:ea typeface="Pretendard"/>
                <a:cs typeface="Pretendard"/>
              </a:defRPr>
            </a:lvl7pPr>
            <a:lvl8pPr algn="l">
              <a:defRPr sz="1800" b="0">
                <a:solidFill>
                  <a:srgbClr val="B7D1C6"/>
                </a:solidFill>
                <a:latin typeface="Pretendard"/>
                <a:ea typeface="Pretendard"/>
                <a:cs typeface="Pretendard"/>
              </a:defRPr>
            </a:lvl8pPr>
            <a:lvl9pPr algn="l">
              <a:defRPr sz="1800" b="0">
                <a:solidFill>
                  <a:srgbClr val="B7D1C6"/>
                </a:solidFill>
                <a:latin typeface="Pretendard"/>
                <a:ea typeface="Pretendard"/>
                <a:cs typeface="Pretendard"/>
              </a:defRPr>
            </a:lvl9pPr>
          </a:lstStyle>
          <a:p xmlns:a="http://schemas.openxmlformats.org/drawingml/2006/main">
            <a:pPr algn="l">
              <a:lnSpc>
                <a:spcPct val="113000"/>
              </a:lnSpc>
              <a:buNone/>
              <a:defRPr sz="1800" b="0">
                <a:solidFill>
                  <a:srgbClr val="B7D1C6"/>
                </a:solidFill>
                <a:latin typeface="Pretendard"/>
                <a:ea typeface="Pretendard"/>
                <a:cs typeface="Pretendard"/>
              </a:defRPr>
            </a:pPr>
            <a:r>
              <a:rPr sz="1800" b="0">
                <a:solidFill>
                  <a:srgbClr val="B7D1C6"/>
                </a:solidFill>
                <a:latin typeface="Pretendard"/>
                <a:ea typeface="Pretendard"/>
                <a:cs typeface="Pretendard"/>
              </a:rPr>
              <a:t>울릉고 리빙랩 4차시 · 16:00–17:00 · 60분</a:t>
            </a:r>
          </a:p>
        </p:txBody>
      </p:sp>
      <p:sp>
        <p:nvSpPr>
          <p:cNvPr id="2" name="">
            <a:extLst xmlns:a="http://schemas.openxmlformats.org/drawingml/2006/main">
              <a:ext uri="{FF2B5EF4-FFF2-40B4-BE49-F238E27FC236}">
                <a16:creationId xmlns:a16="http://schemas.microsoft.com/office/drawing/2014/main" id="{45640706-EB1D-4E9A-B8BD-BE29C74B5AD6}"/>
              </a:ext>
            </a:extLst>
          </p:cNvPr>
          <p:cNvSpPr>
            <a:spLocks xmlns:a="http://schemas.openxmlformats.org/drawingml/2006/main" noGrp="1"/>
          </p:cNvSpPr>
          <p:nvPr/>
        </p:nvSpPr>
        <p:spPr>
          <a:xfrm xmlns:a="http://schemas.openxmlformats.org/drawingml/2006/main">
            <a:off x="742950" y="1619250"/>
            <a:ext cx="1071562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75" b="1">
                <a:solidFill>
                  <a:srgbClr val="F4F1E8"/>
                </a:solidFill>
                <a:latin typeface="Pretendard"/>
                <a:ea typeface="Pretendard"/>
                <a:cs typeface="Pretendard"/>
              </a:defRPr>
            </a:defPPr>
            <a:lvl1pPr algn="l">
              <a:defRPr sz="4575" b="1">
                <a:solidFill>
                  <a:srgbClr val="F4F1E8"/>
                </a:solidFill>
                <a:latin typeface="Pretendard"/>
                <a:ea typeface="Pretendard"/>
                <a:cs typeface="Pretendard"/>
              </a:defRPr>
            </a:lvl1pPr>
            <a:lvl2pPr algn="l">
              <a:defRPr sz="4575" b="1">
                <a:solidFill>
                  <a:srgbClr val="F4F1E8"/>
                </a:solidFill>
                <a:latin typeface="Pretendard"/>
                <a:ea typeface="Pretendard"/>
                <a:cs typeface="Pretendard"/>
              </a:defRPr>
            </a:lvl2pPr>
            <a:lvl3pPr algn="l">
              <a:defRPr sz="4575" b="1">
                <a:solidFill>
                  <a:srgbClr val="F4F1E8"/>
                </a:solidFill>
                <a:latin typeface="Pretendard"/>
                <a:ea typeface="Pretendard"/>
                <a:cs typeface="Pretendard"/>
              </a:defRPr>
            </a:lvl3pPr>
            <a:lvl4pPr algn="l">
              <a:defRPr sz="4575" b="1">
                <a:solidFill>
                  <a:srgbClr val="F4F1E8"/>
                </a:solidFill>
                <a:latin typeface="Pretendard"/>
                <a:ea typeface="Pretendard"/>
                <a:cs typeface="Pretendard"/>
              </a:defRPr>
            </a:lvl4pPr>
            <a:lvl5pPr algn="l">
              <a:defRPr sz="4575" b="1">
                <a:solidFill>
                  <a:srgbClr val="F4F1E8"/>
                </a:solidFill>
                <a:latin typeface="Pretendard"/>
                <a:ea typeface="Pretendard"/>
                <a:cs typeface="Pretendard"/>
              </a:defRPr>
            </a:lvl5pPr>
            <a:lvl6pPr algn="l">
              <a:defRPr sz="4575" b="1">
                <a:solidFill>
                  <a:srgbClr val="F4F1E8"/>
                </a:solidFill>
                <a:latin typeface="Pretendard"/>
                <a:ea typeface="Pretendard"/>
                <a:cs typeface="Pretendard"/>
              </a:defRPr>
            </a:lvl6pPr>
            <a:lvl7pPr algn="l">
              <a:defRPr sz="4575" b="1">
                <a:solidFill>
                  <a:srgbClr val="F4F1E8"/>
                </a:solidFill>
                <a:latin typeface="Pretendard"/>
                <a:ea typeface="Pretendard"/>
                <a:cs typeface="Pretendard"/>
              </a:defRPr>
            </a:lvl7pPr>
            <a:lvl8pPr algn="l">
              <a:defRPr sz="4575" b="1">
                <a:solidFill>
                  <a:srgbClr val="F4F1E8"/>
                </a:solidFill>
                <a:latin typeface="Pretendard"/>
                <a:ea typeface="Pretendard"/>
                <a:cs typeface="Pretendard"/>
              </a:defRPr>
            </a:lvl8pPr>
            <a:lvl9pPr algn="l">
              <a:defRPr sz="4575" b="1">
                <a:solidFill>
                  <a:srgbClr val="F4F1E8"/>
                </a:solidFill>
                <a:latin typeface="Pretendard"/>
                <a:ea typeface="Pretendard"/>
                <a:cs typeface="Pretendard"/>
              </a:defRPr>
            </a:lvl9pPr>
          </a:lstStyle>
          <a:p xmlns:a="http://schemas.openxmlformats.org/drawingml/2006/main">
            <a:pPr algn="l">
              <a:lnSpc>
                <a:spcPct val="113000"/>
              </a:lnSpc>
              <a:buNone/>
              <a:defRPr sz="4575" b="1">
                <a:solidFill>
                  <a:srgbClr val="F4F1E8"/>
                </a:solidFill>
                <a:latin typeface="Pretendard"/>
                <a:ea typeface="Pretendard"/>
                <a:cs typeface="Pretendard"/>
              </a:defRPr>
            </a:pPr>
            <a:r>
              <a:rPr sz="4575" b="1">
                <a:solidFill>
                  <a:srgbClr val="F4F1E8"/>
                </a:solidFill>
                <a:latin typeface="Pretendard"/>
                <a:ea typeface="Pretendard"/>
                <a:cs typeface="Pretendard"/>
              </a:rPr>
              <a:t>AI 활용 지역 관광</a:t>
            </a:r>
          </a:p>
          <a:p xmlns:a="http://schemas.openxmlformats.org/drawingml/2006/main">
            <a:pPr algn="l">
              <a:lnSpc>
                <a:spcPct val="113000"/>
              </a:lnSpc>
              <a:buNone/>
              <a:defRPr sz="4575" b="1">
                <a:solidFill>
                  <a:srgbClr val="F4F1E8"/>
                </a:solidFill>
                <a:latin typeface="Pretendard"/>
                <a:ea typeface="Pretendard"/>
                <a:cs typeface="Pretendard"/>
              </a:defRPr>
            </a:pPr>
            <a:r>
              <a:rPr sz="4575" b="1">
                <a:solidFill>
                  <a:srgbClr val="F4F1E8"/>
                </a:solidFill>
                <a:latin typeface="Pretendard"/>
                <a:ea typeface="Pretendard"/>
                <a:cs typeface="Pretendard"/>
              </a:rPr>
              <a:t>보드게임 및</a:t>
            </a:r>
          </a:p>
          <a:p xmlns:a="http://schemas.openxmlformats.org/drawingml/2006/main">
            <a:pPr algn="l">
              <a:lnSpc>
                <a:spcPct val="113000"/>
              </a:lnSpc>
              <a:buNone/>
              <a:defRPr sz="4575" b="1">
                <a:solidFill>
                  <a:srgbClr val="F4F1E8"/>
                </a:solidFill>
                <a:latin typeface="Pretendard"/>
                <a:ea typeface="Pretendard"/>
                <a:cs typeface="Pretendard"/>
              </a:defRPr>
            </a:pPr>
            <a:r>
              <a:rPr sz="4575" b="1">
                <a:solidFill>
                  <a:srgbClr val="F4F1E8"/>
                </a:solidFill>
                <a:latin typeface="Pretendard"/>
                <a:ea typeface="Pretendard"/>
                <a:cs typeface="Pretendard"/>
              </a:rPr>
              <a:t>체험형 교구 디자인</a:t>
            </a:r>
          </a:p>
        </p:txBody>
      </p:sp>
      <p:sp>
        <p:nvSpPr>
          <p:cNvPr id="3" name="">
            <a:extLst xmlns:a="http://schemas.openxmlformats.org/drawingml/2006/main">
              <a:ext uri="{FF2B5EF4-FFF2-40B4-BE49-F238E27FC236}">
                <a16:creationId xmlns:a16="http://schemas.microsoft.com/office/drawing/2014/main" id="{6104A278-03D8-489E-A1B4-4B5B92CE1045}"/>
              </a:ext>
            </a:extLst>
          </p:cNvPr>
          <p:cNvSpPr>
            <a:spLocks xmlns:a="http://schemas.openxmlformats.org/drawingml/2006/main" noGrp="1"/>
          </p:cNvSpPr>
          <p:nvPr/>
        </p:nvSpPr>
        <p:spPr>
          <a:xfrm xmlns:a="http://schemas.openxmlformats.org/drawingml/2006/main">
            <a:off x="762000" y="46291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9E3DC"/>
                </a:solidFill>
                <a:latin typeface="Pretendard"/>
                <a:ea typeface="Pretendard"/>
                <a:cs typeface="Pretendard"/>
              </a:defRPr>
            </a:defPPr>
            <a:lvl1pPr algn="l">
              <a:defRPr sz="2175" b="0">
                <a:solidFill>
                  <a:srgbClr val="D9E3DC"/>
                </a:solidFill>
                <a:latin typeface="Pretendard"/>
                <a:ea typeface="Pretendard"/>
                <a:cs typeface="Pretendard"/>
              </a:defRPr>
            </a:lvl1pPr>
            <a:lvl2pPr algn="l">
              <a:defRPr sz="2175" b="0">
                <a:solidFill>
                  <a:srgbClr val="D9E3DC"/>
                </a:solidFill>
                <a:latin typeface="Pretendard"/>
                <a:ea typeface="Pretendard"/>
                <a:cs typeface="Pretendard"/>
              </a:defRPr>
            </a:lvl2pPr>
            <a:lvl3pPr algn="l">
              <a:defRPr sz="2175" b="0">
                <a:solidFill>
                  <a:srgbClr val="D9E3DC"/>
                </a:solidFill>
                <a:latin typeface="Pretendard"/>
                <a:ea typeface="Pretendard"/>
                <a:cs typeface="Pretendard"/>
              </a:defRPr>
            </a:lvl3pPr>
            <a:lvl4pPr algn="l">
              <a:defRPr sz="2175" b="0">
                <a:solidFill>
                  <a:srgbClr val="D9E3DC"/>
                </a:solidFill>
                <a:latin typeface="Pretendard"/>
                <a:ea typeface="Pretendard"/>
                <a:cs typeface="Pretendard"/>
              </a:defRPr>
            </a:lvl4pPr>
            <a:lvl5pPr algn="l">
              <a:defRPr sz="2175" b="0">
                <a:solidFill>
                  <a:srgbClr val="D9E3DC"/>
                </a:solidFill>
                <a:latin typeface="Pretendard"/>
                <a:ea typeface="Pretendard"/>
                <a:cs typeface="Pretendard"/>
              </a:defRPr>
            </a:lvl5pPr>
            <a:lvl6pPr algn="l">
              <a:defRPr sz="2175" b="0">
                <a:solidFill>
                  <a:srgbClr val="D9E3DC"/>
                </a:solidFill>
                <a:latin typeface="Pretendard"/>
                <a:ea typeface="Pretendard"/>
                <a:cs typeface="Pretendard"/>
              </a:defRPr>
            </a:lvl6pPr>
            <a:lvl7pPr algn="l">
              <a:defRPr sz="2175" b="0">
                <a:solidFill>
                  <a:srgbClr val="D9E3DC"/>
                </a:solidFill>
                <a:latin typeface="Pretendard"/>
                <a:ea typeface="Pretendard"/>
                <a:cs typeface="Pretendard"/>
              </a:defRPr>
            </a:lvl7pPr>
            <a:lvl8pPr algn="l">
              <a:defRPr sz="2175" b="0">
                <a:solidFill>
                  <a:srgbClr val="D9E3DC"/>
                </a:solidFill>
                <a:latin typeface="Pretendard"/>
                <a:ea typeface="Pretendard"/>
                <a:cs typeface="Pretendard"/>
              </a:defRPr>
            </a:lvl8pPr>
            <a:lvl9pPr algn="l">
              <a:defRPr sz="2175" b="0">
                <a:solidFill>
                  <a:srgbClr val="D9E3DC"/>
                </a:solidFill>
                <a:latin typeface="Pretendard"/>
                <a:ea typeface="Pretendard"/>
                <a:cs typeface="Pretendard"/>
              </a:defRPr>
            </a:lvl9pPr>
          </a:lstStyle>
          <a:p xmlns:a="http://schemas.openxmlformats.org/drawingml/2006/main">
            <a:pPr algn="l">
              <a:lnSpc>
                <a:spcPct val="113000"/>
              </a:lnSpc>
              <a:buNone/>
              <a:defRPr sz="2175" b="0">
                <a:solidFill>
                  <a:srgbClr val="D9E3DC"/>
                </a:solidFill>
                <a:latin typeface="Pretendard"/>
                <a:ea typeface="Pretendard"/>
                <a:cs typeface="Pretendard"/>
              </a:defRPr>
            </a:pPr>
            <a:r>
              <a:rPr sz="2175" b="0">
                <a:solidFill>
                  <a:srgbClr val="D9E3DC"/>
                </a:solidFill>
                <a:latin typeface="Pretendard"/>
                <a:ea typeface="Pretendard"/>
                <a:cs typeface="Pretendard"/>
              </a:rPr>
              <a:t>역사·관광자원 기반 콘텐츠 기획안 및 설계안 작성</a:t>
            </a:r>
          </a:p>
        </p:txBody>
      </p:sp>
      <p:sp>
        <p:nvSpPr>
          <p:cNvPr id="4" name="">
            <a:extLst xmlns:a="http://schemas.openxmlformats.org/drawingml/2006/main">
              <a:ext uri="{FF2B5EF4-FFF2-40B4-BE49-F238E27FC236}">
                <a16:creationId xmlns:a16="http://schemas.microsoft.com/office/drawing/2014/main" id="{86A74389-EFDD-4254-B9EE-33D75435352E}"/>
              </a:ext>
            </a:extLst>
          </p:cNvPr>
          <p:cNvSpPr>
            <a:spLocks xmlns:a="http://schemas.openxmlformats.org/drawingml/2006/main" noGrp="1"/>
          </p:cNvSpPr>
          <p:nvPr/>
        </p:nvSpPr>
        <p:spPr>
          <a:xfrm xmlns:a="http://schemas.openxmlformats.org/drawingml/2006/main">
            <a:off x="762000" y="5619750"/>
            <a:ext cx="10668000" cy="13335"/>
          </a:xfrm>
          <a:prstGeom xmlns:a="http://schemas.openxmlformats.org/drawingml/2006/main" prst="rect">
            <a:avLst/>
          </a:prstGeom>
          <a:solidFill xmlns:a="http://schemas.openxmlformats.org/drawingml/2006/main">
            <a:srgbClr val="53706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27E776-CE02-466F-8BDE-24CE4AD117AA}"/>
              </a:ext>
            </a:extLst>
          </p:cNvPr>
          <p:cNvSpPr>
            <a:spLocks xmlns:a="http://schemas.openxmlformats.org/drawingml/2006/main" noGrp="1"/>
          </p:cNvSpPr>
          <p:nvPr/>
        </p:nvSpPr>
        <p:spPr>
          <a:xfrm xmlns:a="http://schemas.openxmlformats.org/drawingml/2006/main">
            <a:off x="762000" y="58578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B7D1C6"/>
                </a:solidFill>
                <a:latin typeface="Pretendard"/>
                <a:ea typeface="Pretendard"/>
                <a:cs typeface="Pretendard"/>
              </a:defRPr>
            </a:defPPr>
            <a:lvl1pPr algn="l">
              <a:defRPr sz="1725" b="0">
                <a:solidFill>
                  <a:srgbClr val="B7D1C6"/>
                </a:solidFill>
                <a:latin typeface="Pretendard"/>
                <a:ea typeface="Pretendard"/>
                <a:cs typeface="Pretendard"/>
              </a:defRPr>
            </a:lvl1pPr>
            <a:lvl2pPr algn="l">
              <a:defRPr sz="1725" b="0">
                <a:solidFill>
                  <a:srgbClr val="B7D1C6"/>
                </a:solidFill>
                <a:latin typeface="Pretendard"/>
                <a:ea typeface="Pretendard"/>
                <a:cs typeface="Pretendard"/>
              </a:defRPr>
            </a:lvl2pPr>
            <a:lvl3pPr algn="l">
              <a:defRPr sz="1725" b="0">
                <a:solidFill>
                  <a:srgbClr val="B7D1C6"/>
                </a:solidFill>
                <a:latin typeface="Pretendard"/>
                <a:ea typeface="Pretendard"/>
                <a:cs typeface="Pretendard"/>
              </a:defRPr>
            </a:lvl3pPr>
            <a:lvl4pPr algn="l">
              <a:defRPr sz="1725" b="0">
                <a:solidFill>
                  <a:srgbClr val="B7D1C6"/>
                </a:solidFill>
                <a:latin typeface="Pretendard"/>
                <a:ea typeface="Pretendard"/>
                <a:cs typeface="Pretendard"/>
              </a:defRPr>
            </a:lvl4pPr>
            <a:lvl5pPr algn="l">
              <a:defRPr sz="1725" b="0">
                <a:solidFill>
                  <a:srgbClr val="B7D1C6"/>
                </a:solidFill>
                <a:latin typeface="Pretendard"/>
                <a:ea typeface="Pretendard"/>
                <a:cs typeface="Pretendard"/>
              </a:defRPr>
            </a:lvl5pPr>
            <a:lvl6pPr algn="l">
              <a:defRPr sz="1725" b="0">
                <a:solidFill>
                  <a:srgbClr val="B7D1C6"/>
                </a:solidFill>
                <a:latin typeface="Pretendard"/>
                <a:ea typeface="Pretendard"/>
                <a:cs typeface="Pretendard"/>
              </a:defRPr>
            </a:lvl6pPr>
            <a:lvl7pPr algn="l">
              <a:defRPr sz="1725" b="0">
                <a:solidFill>
                  <a:srgbClr val="B7D1C6"/>
                </a:solidFill>
                <a:latin typeface="Pretendard"/>
                <a:ea typeface="Pretendard"/>
                <a:cs typeface="Pretendard"/>
              </a:defRPr>
            </a:lvl7pPr>
            <a:lvl8pPr algn="l">
              <a:defRPr sz="1725" b="0">
                <a:solidFill>
                  <a:srgbClr val="B7D1C6"/>
                </a:solidFill>
                <a:latin typeface="Pretendard"/>
                <a:ea typeface="Pretendard"/>
                <a:cs typeface="Pretendard"/>
              </a:defRPr>
            </a:lvl8pPr>
            <a:lvl9pPr algn="l">
              <a:defRPr sz="1725" b="0">
                <a:solidFill>
                  <a:srgbClr val="B7D1C6"/>
                </a:solidFill>
                <a:latin typeface="Pretendard"/>
                <a:ea typeface="Pretendard"/>
                <a:cs typeface="Pretendard"/>
              </a:defRPr>
            </a:lvl9pPr>
          </a:lstStyle>
          <a:p xmlns:a="http://schemas.openxmlformats.org/drawingml/2006/main">
            <a:pPr algn="l">
              <a:lnSpc>
                <a:spcPct val="113000"/>
              </a:lnSpc>
              <a:buNone/>
              <a:defRPr sz="1725" b="0">
                <a:solidFill>
                  <a:srgbClr val="B7D1C6"/>
                </a:solidFill>
                <a:latin typeface="Pretendard"/>
                <a:ea typeface="Pretendard"/>
                <a:cs typeface="Pretendard"/>
              </a:defRPr>
            </a:pPr>
            <a:r>
              <a:rPr sz="1725" b="0">
                <a:solidFill>
                  <a:srgbClr val="B7D1C6"/>
                </a:solidFill>
                <a:latin typeface="Pretendard"/>
                <a:ea typeface="Pretendard"/>
                <a:cs typeface="Pretendard"/>
              </a:rPr>
              <a:t>울릉고등학교 × 한동대학교 × twisdom</a:t>
            </a:r>
          </a:p>
        </p:txBody>
      </p:sp>
      <p:sp>
        <p:nvSpPr>
          <p:cNvPr id="6" name="">
            <a:extLst xmlns:a="http://schemas.openxmlformats.org/drawingml/2006/main">
              <a:ext uri="{FF2B5EF4-FFF2-40B4-BE49-F238E27FC236}">
                <a16:creationId xmlns:a16="http://schemas.microsoft.com/office/drawing/2014/main" id="{BC92DB1D-8064-4C7E-9702-487A25259FB3}"/>
              </a:ext>
            </a:extLst>
          </p:cNvPr>
          <p:cNvSpPr>
            <a:spLocks xmlns:a="http://schemas.openxmlformats.org/drawingml/2006/main" noGrp="1"/>
          </p:cNvSpPr>
          <p:nvPr/>
        </p:nvSpPr>
        <p:spPr>
          <a:xfrm xmlns:a="http://schemas.openxmlformats.org/drawingml/2006/main">
            <a:off x="762000" y="6286500"/>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B7D1C6"/>
                </a:solidFill>
                <a:latin typeface="Pretendard"/>
                <a:ea typeface="Pretendard"/>
                <a:cs typeface="Pretendard"/>
              </a:defRPr>
            </a:defPPr>
            <a:lvl1pPr algn="l">
              <a:defRPr sz="1350" b="0">
                <a:solidFill>
                  <a:srgbClr val="B7D1C6"/>
                </a:solidFill>
                <a:latin typeface="Pretendard"/>
                <a:ea typeface="Pretendard"/>
                <a:cs typeface="Pretendard"/>
              </a:defRPr>
            </a:lvl1pPr>
            <a:lvl2pPr algn="l">
              <a:defRPr sz="1350" b="0">
                <a:solidFill>
                  <a:srgbClr val="B7D1C6"/>
                </a:solidFill>
                <a:latin typeface="Pretendard"/>
                <a:ea typeface="Pretendard"/>
                <a:cs typeface="Pretendard"/>
              </a:defRPr>
            </a:lvl2pPr>
            <a:lvl3pPr algn="l">
              <a:defRPr sz="1350" b="0">
                <a:solidFill>
                  <a:srgbClr val="B7D1C6"/>
                </a:solidFill>
                <a:latin typeface="Pretendard"/>
                <a:ea typeface="Pretendard"/>
                <a:cs typeface="Pretendard"/>
              </a:defRPr>
            </a:lvl3pPr>
            <a:lvl4pPr algn="l">
              <a:defRPr sz="1350" b="0">
                <a:solidFill>
                  <a:srgbClr val="B7D1C6"/>
                </a:solidFill>
                <a:latin typeface="Pretendard"/>
                <a:ea typeface="Pretendard"/>
                <a:cs typeface="Pretendard"/>
              </a:defRPr>
            </a:lvl4pPr>
            <a:lvl5pPr algn="l">
              <a:defRPr sz="1350" b="0">
                <a:solidFill>
                  <a:srgbClr val="B7D1C6"/>
                </a:solidFill>
                <a:latin typeface="Pretendard"/>
                <a:ea typeface="Pretendard"/>
                <a:cs typeface="Pretendard"/>
              </a:defRPr>
            </a:lvl5pPr>
            <a:lvl6pPr algn="l">
              <a:defRPr sz="1350" b="0">
                <a:solidFill>
                  <a:srgbClr val="B7D1C6"/>
                </a:solidFill>
                <a:latin typeface="Pretendard"/>
                <a:ea typeface="Pretendard"/>
                <a:cs typeface="Pretendard"/>
              </a:defRPr>
            </a:lvl6pPr>
            <a:lvl7pPr algn="l">
              <a:defRPr sz="1350" b="0">
                <a:solidFill>
                  <a:srgbClr val="B7D1C6"/>
                </a:solidFill>
                <a:latin typeface="Pretendard"/>
                <a:ea typeface="Pretendard"/>
                <a:cs typeface="Pretendard"/>
              </a:defRPr>
            </a:lvl7pPr>
            <a:lvl8pPr algn="l">
              <a:defRPr sz="1350" b="0">
                <a:solidFill>
                  <a:srgbClr val="B7D1C6"/>
                </a:solidFill>
                <a:latin typeface="Pretendard"/>
                <a:ea typeface="Pretendard"/>
                <a:cs typeface="Pretendard"/>
              </a:defRPr>
            </a:lvl8pPr>
            <a:lvl9pPr algn="l">
              <a:defRPr sz="1350" b="0">
                <a:solidFill>
                  <a:srgbClr val="B7D1C6"/>
                </a:solidFill>
                <a:latin typeface="Pretendard"/>
                <a:ea typeface="Pretendard"/>
                <a:cs typeface="Pretendard"/>
              </a:defRPr>
            </a:lvl9pPr>
          </a:lstStyle>
          <a:p xmlns:a="http://schemas.openxmlformats.org/drawingml/2006/main">
            <a:pPr algn="l">
              <a:lnSpc>
                <a:spcPct val="113000"/>
              </a:lnSpc>
              <a:buNone/>
              <a:defRPr sz="1350" b="0">
                <a:solidFill>
                  <a:srgbClr val="B7D1C6"/>
                </a:solidFill>
                <a:latin typeface="Pretendard"/>
                <a:ea typeface="Pretendard"/>
                <a:cs typeface="Pretendard"/>
              </a:defRPr>
            </a:pPr>
            <a:r>
              <a:rPr sz="1350" b="0">
                <a:solidFill>
                  <a:srgbClr val="B7D1C6"/>
                </a:solidFill>
                <a:latin typeface="Pretendard"/>
                <a:ea typeface="Pretendard"/>
                <a:cs typeface="Pretendard"/>
              </a:rPr>
              <a:t>Twist + Wisdom</a:t>
            </a:r>
          </a:p>
        </p:txBody>
      </p:sp>
    </p:spTree>
    <p:extLst>
      <p:ext uri="{BB962C8B-B14F-4D97-AF65-F5344CB8AC3E}">
        <p14:creationId xmlns:p14="http://schemas.microsoft.com/office/powerpoint/2010/main" val="527541990"/>
      </p:ext>
    </p:extLst>
  </p:cSld>
</p:sld>
</file>

<file path=ppt/slides/slide2.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491E698-BB12-44CE-ACC9-0CB5F4DCD30E}"/>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16:00–16:05 · 오늘의 작업</a:t>
            </a:r>
          </a:p>
        </p:txBody>
      </p:sp>
      <p:sp>
        <p:nvSpPr>
          <p:cNvPr id="2" name="">
            <a:extLst xmlns:a="http://schemas.openxmlformats.org/drawingml/2006/main">
              <a:ext uri="{FF2B5EF4-FFF2-40B4-BE49-F238E27FC236}">
                <a16:creationId xmlns:a16="http://schemas.microsoft.com/office/drawing/2014/main" id="{CBA3D719-F22F-4A97-8BEB-1AF53F3A44A3}"/>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16시부터 17시까지, 60분</a:t>
            </a:r>
          </a:p>
        </p:txBody>
      </p:sp>
      <p:sp>
        <p:nvSpPr>
          <p:cNvPr id="3" name="">
            <a:extLst xmlns:a="http://schemas.openxmlformats.org/drawingml/2006/main">
              <a:ext uri="{FF2B5EF4-FFF2-40B4-BE49-F238E27FC236}">
                <a16:creationId xmlns:a16="http://schemas.microsoft.com/office/drawing/2014/main" id="{391A465E-5F7D-44CC-A79B-4C4415E01FC7}"/>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4B73AFEA-42B3-48D8-B9A6-3CAB1F50F93B}"/>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02</a:t>
            </a:r>
          </a:p>
        </p:txBody>
      </p:sp>
      <p:graphicFrame>
        <p:nvGraphicFramePr>
          <p:cNvPr id="5" name="">
            <a:extLst xmlns:a="http://schemas.openxmlformats.org/drawingml/2006/main">
              <a:ext uri="{FF2B5EF4-FFF2-40B4-BE49-F238E27FC236}">
                <a16:creationId xmlns:a16="http://schemas.microsoft.com/office/drawing/2014/main" id="{E1D517E9-2818-40E4-A893-4C92D4465098}"/>
              </a:ext>
            </a:extLst>
          </p:cNvPr>
          <p:cNvGraphicFramePr/>
          <p:nvPr/>
        </p:nvGraphicFramePr>
        <p:xfrm>
          <a:off xmlns:a="http://schemas.openxmlformats.org/drawingml/2006/main" x="762000" y="2019300"/>
          <a:ext xmlns:a="http://schemas.openxmlformats.org/drawingml/2006/main" cx="10668000" cy="3781425"/>
        </p:xfrm>
        <a:graphic xmlns:a="http://schemas.openxmlformats.org/drawingml/2006/main">
          <a:graphicData uri="http://schemas.openxmlformats.org/drawingml/2006/table">
            <a:tbl>
              <a:tblPr/>
              <a:tblGrid>
                <a:gridCol w="2667000"/>
                <a:gridCol w="4000500"/>
                <a:gridCol w="4000500"/>
              </a:tblGrid>
              <a:tr h="630238">
                <a:tc>
                  <a:txBody>
                    <a:bodyPr/>
                    <a:lstStyle/>
                    <a:p>
                      <a:r>
                        <a:rPr sz="1875" b="1">
                          <a:solidFill>
                            <a:srgbClr val="147571"/>
                          </a:solidFill>
                          <a:latin typeface="Pretendard"/>
                          <a:ea typeface="Pretendard"/>
                          <a:cs typeface="Pretendard"/>
                        </a:rPr>
                        <a:t>시간</a:t>
                      </a:r>
                    </a:p>
                  </a:txBody>
                  <a:tcPr marL="142875" marR="142875" marT="114300" marB="95250" anchor="t">
                    <a:lnL w="9525">
                      <a:solidFill>
                        <a:srgbClr val="C7CEC5"/>
                      </a:solidFill>
                      <a:prstDash val="solid"/>
                    </a:lnL>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875" b="1">
                          <a:solidFill>
                            <a:srgbClr val="147571"/>
                          </a:solidFill>
                          <a:latin typeface="Pretendard"/>
                          <a:ea typeface="Pretendard"/>
                          <a:cs typeface="Pretendard"/>
                        </a:rPr>
                        <a:t>할 일</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875" b="1">
                          <a:solidFill>
                            <a:srgbClr val="147571"/>
                          </a:solidFill>
                          <a:latin typeface="Pretendard"/>
                          <a:ea typeface="Pretendard"/>
                          <a:cs typeface="Pretendard"/>
                        </a:rPr>
                        <a:t>남길 내용</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r>
              <a:tr h="630238">
                <a:tc>
                  <a:txBody>
                    <a:bodyPr/>
                    <a:lstStyle/>
                    <a:p>
                      <a:r>
                        <a:rPr sz="1875">
                          <a:solidFill>
                            <a:srgbClr val="173236"/>
                          </a:solidFill>
                          <a:latin typeface="Pretendard"/>
                          <a:ea typeface="Pretendard"/>
                          <a:cs typeface="Pretendard"/>
                        </a:rPr>
                        <a:t>16:00–16:05</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오늘의 작업과 예시 확인</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기획안과 설계안 이해</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0238">
                <a:tc>
                  <a:txBody>
                    <a:bodyPr/>
                    <a:lstStyle/>
                    <a:p>
                      <a:r>
                        <a:rPr sz="1875">
                          <a:solidFill>
                            <a:srgbClr val="173236"/>
                          </a:solidFill>
                          <a:latin typeface="Pretendard"/>
                          <a:ea typeface="Pretendard"/>
                          <a:cs typeface="Pretendard"/>
                        </a:rPr>
                        <a:t>16:05–16:15</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AI 제안과 수정 시연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우리 팀의 첫 요청 준비</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0238">
                <a:tc>
                  <a:txBody>
                    <a:bodyPr/>
                    <a:lstStyle/>
                    <a:p>
                      <a:r>
                        <a:rPr sz="1875">
                          <a:solidFill>
                            <a:srgbClr val="173236"/>
                          </a:solidFill>
                          <a:latin typeface="Pretendard"/>
                          <a:ea typeface="Pretendard"/>
                          <a:cs typeface="Pretendard"/>
                        </a:rPr>
                        <a:t>16:15–16:30</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기획 방향 선택</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콘텐츠 기획안</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0238">
                <a:tc>
                  <a:txBody>
                    <a:bodyPr/>
                    <a:lstStyle/>
                    <a:p>
                      <a:r>
                        <a:rPr sz="1875">
                          <a:solidFill>
                            <a:srgbClr val="173236"/>
                          </a:solidFill>
                          <a:latin typeface="Pretendard"/>
                          <a:ea typeface="Pretendard"/>
                          <a:cs typeface="Pretendard"/>
                        </a:rPr>
                        <a:t>16:30–16:50</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구성품과 진행 방식 설계</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콘텐츠 설계안</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0238">
                <a:tc>
                  <a:txBody>
                    <a:bodyPr/>
                    <a:lstStyle/>
                    <a:p>
                      <a:r>
                        <a:rPr sz="1875">
                          <a:solidFill>
                            <a:srgbClr val="173236"/>
                          </a:solidFill>
                          <a:latin typeface="Pretendard"/>
                          <a:ea typeface="Pretendard"/>
                          <a:cs typeface="Pretendard"/>
                        </a:rPr>
                        <a:t>16:50–17:00</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공유하고 한 번 더 수정</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보완한 기획안과 설계안</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bl>
          </a:graphicData>
        </a:graphic>
      </p:graphicFrame>
    </p:spTree>
    <p:extLst>
      <p:ext uri="{BB962C8B-B14F-4D97-AF65-F5344CB8AC3E}">
        <p14:creationId xmlns:p14="http://schemas.microsoft.com/office/powerpoint/2010/main" val="1811595792"/>
      </p:ext>
    </p:extLst>
  </p:cSld>
</p:sld>
</file>

<file path=ppt/slides/slide3.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275394-7EAE-47E9-AA23-458F02B50D54}"/>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16:00–16:05 · 오늘의 작업</a:t>
            </a:r>
          </a:p>
        </p:txBody>
      </p:sp>
      <p:sp>
        <p:nvSpPr>
          <p:cNvPr id="2" name="">
            <a:extLst xmlns:a="http://schemas.openxmlformats.org/drawingml/2006/main">
              <a:ext uri="{FF2B5EF4-FFF2-40B4-BE49-F238E27FC236}">
                <a16:creationId xmlns:a16="http://schemas.microsoft.com/office/drawing/2014/main" id="{C83474D5-46FC-4ED3-896E-5D04F40F46CC}"/>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학생 아이디어에서 출발</a:t>
            </a:r>
          </a:p>
        </p:txBody>
      </p:sp>
      <p:sp>
        <p:nvSpPr>
          <p:cNvPr id="3" name="">
            <a:extLst xmlns:a="http://schemas.openxmlformats.org/drawingml/2006/main">
              <a:ext uri="{FF2B5EF4-FFF2-40B4-BE49-F238E27FC236}">
                <a16:creationId xmlns:a16="http://schemas.microsoft.com/office/drawing/2014/main" id="{02A9DFBB-8CCD-4B86-801E-C5AE98484812}"/>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0862BA04-2516-484C-BB02-6DFA714C8AC7}"/>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03</a:t>
            </a:r>
          </a:p>
        </p:txBody>
      </p:sp>
      <p:pic>
        <p:nvPicPr>
          <p:cNvPr id="5" name="">
            <a:extLst xmlns:a="http://schemas.openxmlformats.org/drawingml/2006/main">
              <a:ext uri="{FF2B5EF4-FFF2-40B4-BE49-F238E27FC236}">
                <a16:creationId xmlns:a16="http://schemas.microsoft.com/office/drawing/2014/main" id="{F45D4100-7CC9-40FE-9F23-851873FF7168}"/>
              </a:ext>
            </a:extLst>
          </p:cNvPr>
          <p:cNvPicPr>
            <a:picLocks xmlns:a="http://schemas.openxmlformats.org/drawingml/2006/main" noChangeAspect="1"/>
          </p:cNvPicPr>
          <p:nvPr/>
        </p:nvPicPr>
        <p:blipFill>
          <a:blip xmlns:r="http://schemas.openxmlformats.org/officeDocument/2006/relationships" xmlns:a="http://schemas.openxmlformats.org/drawingml/2006/main" r:embed="Rcbe8a310480d4075"/>
          <a:stretch xmlns:a="http://schemas.openxmlformats.org/drawingml/2006/main"/>
        </p:blipFill>
        <p:spPr>
          <a:xfrm xmlns:a="http://schemas.openxmlformats.org/drawingml/2006/main">
            <a:off x="1047750" y="1952625"/>
            <a:ext cx="5143500" cy="3857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61CBE1B-35E7-4DF8-A363-CF7D50B2E649}"/>
              </a:ext>
            </a:extLst>
          </p:cNvPr>
          <p:cNvSpPr>
            <a:spLocks xmlns:a="http://schemas.openxmlformats.org/drawingml/2006/main" noGrp="1"/>
          </p:cNvSpPr>
          <p:nvPr/>
        </p:nvSpPr>
        <p:spPr>
          <a:xfrm xmlns:a="http://schemas.openxmlformats.org/drawingml/2006/main">
            <a:off x="7048500" y="2152650"/>
            <a:ext cx="4381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3236"/>
                </a:solidFill>
                <a:latin typeface="Pretendard"/>
                <a:ea typeface="Pretendard"/>
                <a:cs typeface="Pretendard"/>
              </a:defRPr>
            </a:defPPr>
            <a:lvl1pPr algn="l">
              <a:defRPr sz="2325" b="1">
                <a:solidFill>
                  <a:srgbClr val="173236"/>
                </a:solidFill>
                <a:latin typeface="Pretendard"/>
                <a:ea typeface="Pretendard"/>
                <a:cs typeface="Pretendard"/>
              </a:defRPr>
            </a:lvl1pPr>
            <a:lvl2pPr algn="l">
              <a:defRPr sz="2325" b="1">
                <a:solidFill>
                  <a:srgbClr val="173236"/>
                </a:solidFill>
                <a:latin typeface="Pretendard"/>
                <a:ea typeface="Pretendard"/>
                <a:cs typeface="Pretendard"/>
              </a:defRPr>
            </a:lvl2pPr>
            <a:lvl3pPr algn="l">
              <a:defRPr sz="2325" b="1">
                <a:solidFill>
                  <a:srgbClr val="173236"/>
                </a:solidFill>
                <a:latin typeface="Pretendard"/>
                <a:ea typeface="Pretendard"/>
                <a:cs typeface="Pretendard"/>
              </a:defRPr>
            </a:lvl3pPr>
            <a:lvl4pPr algn="l">
              <a:defRPr sz="2325" b="1">
                <a:solidFill>
                  <a:srgbClr val="173236"/>
                </a:solidFill>
                <a:latin typeface="Pretendard"/>
                <a:ea typeface="Pretendard"/>
                <a:cs typeface="Pretendard"/>
              </a:defRPr>
            </a:lvl4pPr>
            <a:lvl5pPr algn="l">
              <a:defRPr sz="2325" b="1">
                <a:solidFill>
                  <a:srgbClr val="173236"/>
                </a:solidFill>
                <a:latin typeface="Pretendard"/>
                <a:ea typeface="Pretendard"/>
                <a:cs typeface="Pretendard"/>
              </a:defRPr>
            </a:lvl5pPr>
            <a:lvl6pPr algn="l">
              <a:defRPr sz="2325" b="1">
                <a:solidFill>
                  <a:srgbClr val="173236"/>
                </a:solidFill>
                <a:latin typeface="Pretendard"/>
                <a:ea typeface="Pretendard"/>
                <a:cs typeface="Pretendard"/>
              </a:defRPr>
            </a:lvl6pPr>
            <a:lvl7pPr algn="l">
              <a:defRPr sz="2325" b="1">
                <a:solidFill>
                  <a:srgbClr val="173236"/>
                </a:solidFill>
                <a:latin typeface="Pretendard"/>
                <a:ea typeface="Pretendard"/>
                <a:cs typeface="Pretendard"/>
              </a:defRPr>
            </a:lvl7pPr>
            <a:lvl8pPr algn="l">
              <a:defRPr sz="2325" b="1">
                <a:solidFill>
                  <a:srgbClr val="173236"/>
                </a:solidFill>
                <a:latin typeface="Pretendard"/>
                <a:ea typeface="Pretendard"/>
                <a:cs typeface="Pretendard"/>
              </a:defRPr>
            </a:lvl8pPr>
            <a:lvl9pPr algn="l">
              <a:defRPr sz="2325" b="1">
                <a:solidFill>
                  <a:srgbClr val="173236"/>
                </a:solidFill>
                <a:latin typeface="Pretendard"/>
                <a:ea typeface="Pretendard"/>
                <a:cs typeface="Pretendard"/>
              </a:defRPr>
            </a:lvl9pPr>
          </a:lstStyle>
          <a:p xmlns:a="http://schemas.openxmlformats.org/drawingml/2006/main">
            <a:pPr algn="l">
              <a:lnSpc>
                <a:spcPct val="113000"/>
              </a:lnSpc>
              <a:buNone/>
              <a:defRPr sz="2325" b="1">
                <a:solidFill>
                  <a:srgbClr val="173236"/>
                </a:solidFill>
                <a:latin typeface="Pretendard"/>
                <a:ea typeface="Pretendard"/>
                <a:cs typeface="Pretendard"/>
              </a:defRPr>
            </a:pPr>
            <a:r>
              <a:rPr sz="2325" b="1">
                <a:solidFill>
                  <a:srgbClr val="173236"/>
                </a:solidFill>
                <a:latin typeface="Pretendard"/>
                <a:ea typeface="Pretendard"/>
                <a:cs typeface="Pretendard"/>
              </a:rPr>
              <a:t>울릉마블</a:t>
            </a:r>
          </a:p>
          <a:p xmlns:a="http://schemas.openxmlformats.org/drawingml/2006/main">
            <a:pPr algn="l">
              <a:lnSpc>
                <a:spcPct val="113000"/>
              </a:lnSpc>
              <a:buNone/>
              <a:defRPr sz="2325" b="1">
                <a:solidFill>
                  <a:srgbClr val="173236"/>
                </a:solidFill>
                <a:latin typeface="Pretendard"/>
                <a:ea typeface="Pretendard"/>
                <a:cs typeface="Pretendard"/>
              </a:defRPr>
            </a:pPr>
            <a:r>
              <a:rPr sz="2325" b="1">
                <a:solidFill>
                  <a:srgbClr val="173236"/>
                </a:solidFill>
                <a:latin typeface="Pretendard"/>
                <a:ea typeface="Pretendard"/>
                <a:cs typeface="Pretendard"/>
              </a:rPr>
              <a:t>독도에서 살아남기</a:t>
            </a:r>
          </a:p>
          <a:p xmlns:a="http://schemas.openxmlformats.org/drawingml/2006/main">
            <a:pPr algn="l">
              <a:lnSpc>
                <a:spcPct val="113000"/>
              </a:lnSpc>
              <a:buNone/>
              <a:defRPr sz="2325" b="1">
                <a:solidFill>
                  <a:srgbClr val="173236"/>
                </a:solidFill>
                <a:latin typeface="Pretendard"/>
                <a:ea typeface="Pretendard"/>
                <a:cs typeface="Pretendard"/>
              </a:defRPr>
            </a:pPr>
            <a:r>
              <a:rPr sz="2325" b="1">
                <a:solidFill>
                  <a:srgbClr val="173236"/>
                </a:solidFill>
                <a:latin typeface="Pretendard"/>
                <a:ea typeface="Pretendard"/>
                <a:cs typeface="Pretendard"/>
              </a:rPr>
              <a:t>울릉의 전설과 바위 이야기</a:t>
            </a:r>
          </a:p>
          <a:p xmlns:a="http://schemas.openxmlformats.org/drawingml/2006/main">
            <a:pPr algn="l">
              <a:lnSpc>
                <a:spcPct val="113000"/>
              </a:lnSpc>
              <a:buNone/>
              <a:defRPr sz="2325" b="1">
                <a:solidFill>
                  <a:srgbClr val="173236"/>
                </a:solidFill>
                <a:latin typeface="Pretendard"/>
                <a:ea typeface="Pretendard"/>
                <a:cs typeface="Pretendard"/>
              </a:defRPr>
            </a:pPr>
            <a:r>
              <a:rPr sz="2325" b="1">
                <a:solidFill>
                  <a:srgbClr val="173236"/>
                </a:solidFill>
                <a:latin typeface="Pretendard"/>
                <a:ea typeface="Pretendard"/>
                <a:cs typeface="Pretendard"/>
              </a:rPr>
              <a:t>함께 단서를 풀어가는 추리</a:t>
            </a:r>
          </a:p>
        </p:txBody>
      </p:sp>
      <p:sp>
        <p:nvSpPr>
          <p:cNvPr id="7" name="">
            <a:extLst xmlns:a="http://schemas.openxmlformats.org/drawingml/2006/main">
              <a:ext uri="{FF2B5EF4-FFF2-40B4-BE49-F238E27FC236}">
                <a16:creationId xmlns:a16="http://schemas.microsoft.com/office/drawing/2014/main" id="{450AD4C2-CEB0-4EE5-9A85-9EFDD766387F}"/>
              </a:ext>
            </a:extLst>
          </p:cNvPr>
          <p:cNvSpPr>
            <a:spLocks xmlns:a="http://schemas.openxmlformats.org/drawingml/2006/main" noGrp="1"/>
          </p:cNvSpPr>
          <p:nvPr/>
        </p:nvSpPr>
        <p:spPr>
          <a:xfrm xmlns:a="http://schemas.openxmlformats.org/drawingml/2006/main">
            <a:off x="7048500" y="4857750"/>
            <a:ext cx="4333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47571"/>
                </a:solidFill>
                <a:latin typeface="Pretendard"/>
                <a:ea typeface="Pretendard"/>
                <a:cs typeface="Pretendard"/>
              </a:defRPr>
            </a:defPPr>
            <a:lvl1pPr algn="l">
              <a:defRPr sz="2175" b="0">
                <a:solidFill>
                  <a:srgbClr val="147571"/>
                </a:solidFill>
                <a:latin typeface="Pretendard"/>
                <a:ea typeface="Pretendard"/>
                <a:cs typeface="Pretendard"/>
              </a:defRPr>
            </a:lvl1pPr>
            <a:lvl2pPr algn="l">
              <a:defRPr sz="2175" b="0">
                <a:solidFill>
                  <a:srgbClr val="147571"/>
                </a:solidFill>
                <a:latin typeface="Pretendard"/>
                <a:ea typeface="Pretendard"/>
                <a:cs typeface="Pretendard"/>
              </a:defRPr>
            </a:lvl2pPr>
            <a:lvl3pPr algn="l">
              <a:defRPr sz="2175" b="0">
                <a:solidFill>
                  <a:srgbClr val="147571"/>
                </a:solidFill>
                <a:latin typeface="Pretendard"/>
                <a:ea typeface="Pretendard"/>
                <a:cs typeface="Pretendard"/>
              </a:defRPr>
            </a:lvl3pPr>
            <a:lvl4pPr algn="l">
              <a:defRPr sz="2175" b="0">
                <a:solidFill>
                  <a:srgbClr val="147571"/>
                </a:solidFill>
                <a:latin typeface="Pretendard"/>
                <a:ea typeface="Pretendard"/>
                <a:cs typeface="Pretendard"/>
              </a:defRPr>
            </a:lvl4pPr>
            <a:lvl5pPr algn="l">
              <a:defRPr sz="2175" b="0">
                <a:solidFill>
                  <a:srgbClr val="147571"/>
                </a:solidFill>
                <a:latin typeface="Pretendard"/>
                <a:ea typeface="Pretendard"/>
                <a:cs typeface="Pretendard"/>
              </a:defRPr>
            </a:lvl5pPr>
            <a:lvl6pPr algn="l">
              <a:defRPr sz="2175" b="0">
                <a:solidFill>
                  <a:srgbClr val="147571"/>
                </a:solidFill>
                <a:latin typeface="Pretendard"/>
                <a:ea typeface="Pretendard"/>
                <a:cs typeface="Pretendard"/>
              </a:defRPr>
            </a:lvl6pPr>
            <a:lvl7pPr algn="l">
              <a:defRPr sz="2175" b="0">
                <a:solidFill>
                  <a:srgbClr val="147571"/>
                </a:solidFill>
                <a:latin typeface="Pretendard"/>
                <a:ea typeface="Pretendard"/>
                <a:cs typeface="Pretendard"/>
              </a:defRPr>
            </a:lvl7pPr>
            <a:lvl8pPr algn="l">
              <a:defRPr sz="2175" b="0">
                <a:solidFill>
                  <a:srgbClr val="147571"/>
                </a:solidFill>
                <a:latin typeface="Pretendard"/>
                <a:ea typeface="Pretendard"/>
                <a:cs typeface="Pretendard"/>
              </a:defRPr>
            </a:lvl8pPr>
            <a:lvl9pPr algn="l">
              <a:defRPr sz="2175" b="0">
                <a:solidFill>
                  <a:srgbClr val="147571"/>
                </a:solidFill>
                <a:latin typeface="Pretendard"/>
                <a:ea typeface="Pretendard"/>
                <a:cs typeface="Pretendard"/>
              </a:defRPr>
            </a:lvl9pPr>
          </a:lstStyle>
          <a:p xmlns:a="http://schemas.openxmlformats.org/drawingml/2006/main">
            <a:pPr algn="l">
              <a:lnSpc>
                <a:spcPct val="113000"/>
              </a:lnSpc>
              <a:buNone/>
              <a:defRPr sz="2175" b="0">
                <a:solidFill>
                  <a:srgbClr val="147571"/>
                </a:solidFill>
                <a:latin typeface="Pretendard"/>
                <a:ea typeface="Pretendard"/>
                <a:cs typeface="Pretendard"/>
              </a:defRPr>
            </a:pPr>
            <a:r>
              <a:rPr sz="2175" b="0">
                <a:solidFill>
                  <a:srgbClr val="147571"/>
                </a:solidFill>
                <a:latin typeface="Pretendard"/>
                <a:ea typeface="Pretendard"/>
                <a:cs typeface="Pretendard"/>
              </a:rPr>
              <a:t>어떤 지역 소재를</a:t>
            </a:r>
          </a:p>
          <a:p xmlns:a="http://schemas.openxmlformats.org/drawingml/2006/main">
            <a:pPr algn="l">
              <a:lnSpc>
                <a:spcPct val="113000"/>
              </a:lnSpc>
              <a:buNone/>
              <a:defRPr sz="2175" b="0">
                <a:solidFill>
                  <a:srgbClr val="147571"/>
                </a:solidFill>
                <a:latin typeface="Pretendard"/>
                <a:ea typeface="Pretendard"/>
                <a:cs typeface="Pretendard"/>
              </a:defRPr>
            </a:pPr>
            <a:r>
              <a:rPr sz="2175" b="0">
                <a:solidFill>
                  <a:srgbClr val="147571"/>
                </a:solidFill>
                <a:latin typeface="Pretendard"/>
                <a:ea typeface="Pretendard"/>
                <a:cs typeface="Pretendard"/>
              </a:rPr>
              <a:t>놀이와 체험으로 옮길까요?</a:t>
            </a:r>
          </a:p>
        </p:txBody>
      </p:sp>
    </p:spTree>
    <p:extLst>
      <p:ext uri="{BB962C8B-B14F-4D97-AF65-F5344CB8AC3E}">
        <p14:creationId xmlns:p14="http://schemas.microsoft.com/office/powerpoint/2010/main" val="907892100"/>
      </p:ext>
    </p:extLst>
  </p:cSld>
</p:sld>
</file>

<file path=ppt/slides/slide4.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041540-5C5C-4378-A72C-22D3D7D9FD5E}"/>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16:00–16:05 · 오늘의 작업</a:t>
            </a:r>
          </a:p>
        </p:txBody>
      </p:sp>
      <p:sp>
        <p:nvSpPr>
          <p:cNvPr id="2" name="">
            <a:extLst xmlns:a="http://schemas.openxmlformats.org/drawingml/2006/main">
              <a:ext uri="{FF2B5EF4-FFF2-40B4-BE49-F238E27FC236}">
                <a16:creationId xmlns:a16="http://schemas.microsoft.com/office/drawing/2014/main" id="{F1B3C8B7-7C06-4303-AFE9-1FEAB673944D}"/>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오늘 남길 기획안과 설계안</a:t>
            </a:r>
          </a:p>
        </p:txBody>
      </p:sp>
      <p:sp>
        <p:nvSpPr>
          <p:cNvPr id="3" name="">
            <a:extLst xmlns:a="http://schemas.openxmlformats.org/drawingml/2006/main">
              <a:ext uri="{FF2B5EF4-FFF2-40B4-BE49-F238E27FC236}">
                <a16:creationId xmlns:a16="http://schemas.microsoft.com/office/drawing/2014/main" id="{6D11EE02-3ABE-433B-9CCE-CB3203B73726}"/>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644F257A-D76B-4D7A-94DD-E707BD561975}"/>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04</a:t>
            </a:r>
          </a:p>
        </p:txBody>
      </p:sp>
      <p:sp>
        <p:nvSpPr>
          <p:cNvPr id="5" name="">
            <a:extLst xmlns:a="http://schemas.openxmlformats.org/drawingml/2006/main">
              <a:ext uri="{FF2B5EF4-FFF2-40B4-BE49-F238E27FC236}">
                <a16:creationId xmlns:a16="http://schemas.microsoft.com/office/drawing/2014/main" id="{561CD74E-55ED-4CE3-96BA-B4E1822DE3EC}"/>
              </a:ext>
            </a:extLst>
          </p:cNvPr>
          <p:cNvSpPr>
            <a:spLocks xmlns:a="http://schemas.openxmlformats.org/drawingml/2006/main" noGrp="1"/>
          </p:cNvSpPr>
          <p:nvPr/>
        </p:nvSpPr>
        <p:spPr>
          <a:xfrm xmlns:a="http://schemas.openxmlformats.org/drawingml/2006/main">
            <a:off x="762000" y="213360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656C66"/>
                </a:solidFill>
                <a:latin typeface="Pretendard"/>
                <a:ea typeface="Pretendard"/>
                <a:cs typeface="Pretendard"/>
              </a:defRPr>
            </a:defPPr>
            <a:lvl1pPr algn="l">
              <a:defRPr sz="2025" b="1">
                <a:solidFill>
                  <a:srgbClr val="656C66"/>
                </a:solidFill>
                <a:latin typeface="Pretendard"/>
                <a:ea typeface="Pretendard"/>
                <a:cs typeface="Pretendard"/>
              </a:defRPr>
            </a:lvl1pPr>
            <a:lvl2pPr algn="l">
              <a:defRPr sz="2025" b="1">
                <a:solidFill>
                  <a:srgbClr val="656C66"/>
                </a:solidFill>
                <a:latin typeface="Pretendard"/>
                <a:ea typeface="Pretendard"/>
                <a:cs typeface="Pretendard"/>
              </a:defRPr>
            </a:lvl2pPr>
            <a:lvl3pPr algn="l">
              <a:defRPr sz="2025" b="1">
                <a:solidFill>
                  <a:srgbClr val="656C66"/>
                </a:solidFill>
                <a:latin typeface="Pretendard"/>
                <a:ea typeface="Pretendard"/>
                <a:cs typeface="Pretendard"/>
              </a:defRPr>
            </a:lvl3pPr>
            <a:lvl4pPr algn="l">
              <a:defRPr sz="2025" b="1">
                <a:solidFill>
                  <a:srgbClr val="656C66"/>
                </a:solidFill>
                <a:latin typeface="Pretendard"/>
                <a:ea typeface="Pretendard"/>
                <a:cs typeface="Pretendard"/>
              </a:defRPr>
            </a:lvl4pPr>
            <a:lvl5pPr algn="l">
              <a:defRPr sz="2025" b="1">
                <a:solidFill>
                  <a:srgbClr val="656C66"/>
                </a:solidFill>
                <a:latin typeface="Pretendard"/>
                <a:ea typeface="Pretendard"/>
                <a:cs typeface="Pretendard"/>
              </a:defRPr>
            </a:lvl5pPr>
            <a:lvl6pPr algn="l">
              <a:defRPr sz="2025" b="1">
                <a:solidFill>
                  <a:srgbClr val="656C66"/>
                </a:solidFill>
                <a:latin typeface="Pretendard"/>
                <a:ea typeface="Pretendard"/>
                <a:cs typeface="Pretendard"/>
              </a:defRPr>
            </a:lvl6pPr>
            <a:lvl7pPr algn="l">
              <a:defRPr sz="2025" b="1">
                <a:solidFill>
                  <a:srgbClr val="656C66"/>
                </a:solidFill>
                <a:latin typeface="Pretendard"/>
                <a:ea typeface="Pretendard"/>
                <a:cs typeface="Pretendard"/>
              </a:defRPr>
            </a:lvl7pPr>
            <a:lvl8pPr algn="l">
              <a:defRPr sz="2025" b="1">
                <a:solidFill>
                  <a:srgbClr val="656C66"/>
                </a:solidFill>
                <a:latin typeface="Pretendard"/>
                <a:ea typeface="Pretendard"/>
                <a:cs typeface="Pretendard"/>
              </a:defRPr>
            </a:lvl8pPr>
            <a:lvl9pPr algn="l">
              <a:defRPr sz="2025" b="1">
                <a:solidFill>
                  <a:srgbClr val="656C66"/>
                </a:solidFill>
                <a:latin typeface="Pretendard"/>
                <a:ea typeface="Pretendard"/>
                <a:cs typeface="Pretendard"/>
              </a:defRPr>
            </a:lvl9pPr>
          </a:lstStyle>
          <a:p xmlns:a="http://schemas.openxmlformats.org/drawingml/2006/main">
            <a:pPr algn="l">
              <a:lnSpc>
                <a:spcPct val="113000"/>
              </a:lnSpc>
              <a:buNone/>
              <a:defRPr sz="2025" b="1">
                <a:solidFill>
                  <a:srgbClr val="656C66"/>
                </a:solidFill>
                <a:latin typeface="Pretendard"/>
                <a:ea typeface="Pretendard"/>
                <a:cs typeface="Pretendard"/>
              </a:defRPr>
            </a:pPr>
            <a:r>
              <a:rPr sz="2025" b="1">
                <a:solidFill>
                  <a:srgbClr val="656C66"/>
                </a:solidFill>
                <a:latin typeface="Pretendard"/>
                <a:ea typeface="Pretendard"/>
                <a:cs typeface="Pretendard"/>
              </a:rPr>
              <a:t>기획안</a:t>
            </a:r>
          </a:p>
        </p:txBody>
      </p:sp>
      <p:sp>
        <p:nvSpPr>
          <p:cNvPr id="6" name="">
            <a:extLst xmlns:a="http://schemas.openxmlformats.org/drawingml/2006/main">
              <a:ext uri="{FF2B5EF4-FFF2-40B4-BE49-F238E27FC236}">
                <a16:creationId xmlns:a16="http://schemas.microsoft.com/office/drawing/2014/main" id="{9A87165F-C56C-4B67-A45D-3B14AE62C994}"/>
              </a:ext>
            </a:extLst>
          </p:cNvPr>
          <p:cNvSpPr>
            <a:spLocks xmlns:a="http://schemas.openxmlformats.org/drawingml/2006/main" noGrp="1"/>
          </p:cNvSpPr>
          <p:nvPr/>
        </p:nvSpPr>
        <p:spPr>
          <a:xfrm xmlns:a="http://schemas.openxmlformats.org/drawingml/2006/main">
            <a:off x="6572250" y="213360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설계안</a:t>
            </a:r>
          </a:p>
        </p:txBody>
      </p:sp>
      <p:sp>
        <p:nvSpPr>
          <p:cNvPr id="7" name="">
            <a:extLst xmlns:a="http://schemas.openxmlformats.org/drawingml/2006/main">
              <a:ext uri="{FF2B5EF4-FFF2-40B4-BE49-F238E27FC236}">
                <a16:creationId xmlns:a16="http://schemas.microsoft.com/office/drawing/2014/main" id="{1F5CFD22-AE89-47DA-B95E-2CA000920DB2}"/>
              </a:ext>
            </a:extLst>
          </p:cNvPr>
          <p:cNvSpPr>
            <a:spLocks xmlns:a="http://schemas.openxmlformats.org/drawingml/2006/main" noGrp="1"/>
          </p:cNvSpPr>
          <p:nvPr/>
        </p:nvSpPr>
        <p:spPr>
          <a:xfrm xmlns:a="http://schemas.openxmlformats.org/drawingml/2006/main">
            <a:off x="6076950" y="2133600"/>
            <a:ext cx="14288" cy="2952750"/>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9E8223F-46AC-4CE0-A21F-01A52304258A}"/>
              </a:ext>
            </a:extLst>
          </p:cNvPr>
          <p:cNvSpPr>
            <a:spLocks xmlns:a="http://schemas.openxmlformats.org/drawingml/2006/main" noGrp="1"/>
          </p:cNvSpPr>
          <p:nvPr/>
        </p:nvSpPr>
        <p:spPr>
          <a:xfrm xmlns:a="http://schemas.openxmlformats.org/drawingml/2006/main">
            <a:off x="762000" y="2781300"/>
            <a:ext cx="4857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236"/>
                </a:solidFill>
                <a:latin typeface="Pretendard"/>
                <a:ea typeface="Pretendard"/>
                <a:cs typeface="Pretendard"/>
              </a:defRPr>
            </a:defPPr>
            <a:lvl1pPr algn="l">
              <a:defRPr sz="2175" b="0">
                <a:solidFill>
                  <a:srgbClr val="173236"/>
                </a:solidFill>
                <a:latin typeface="Pretendard"/>
                <a:ea typeface="Pretendard"/>
                <a:cs typeface="Pretendard"/>
              </a:defRPr>
            </a:lvl1pPr>
            <a:lvl2pPr algn="l">
              <a:defRPr sz="2175" b="0">
                <a:solidFill>
                  <a:srgbClr val="173236"/>
                </a:solidFill>
                <a:latin typeface="Pretendard"/>
                <a:ea typeface="Pretendard"/>
                <a:cs typeface="Pretendard"/>
              </a:defRPr>
            </a:lvl2pPr>
            <a:lvl3pPr algn="l">
              <a:defRPr sz="2175" b="0">
                <a:solidFill>
                  <a:srgbClr val="173236"/>
                </a:solidFill>
                <a:latin typeface="Pretendard"/>
                <a:ea typeface="Pretendard"/>
                <a:cs typeface="Pretendard"/>
              </a:defRPr>
            </a:lvl3pPr>
            <a:lvl4pPr algn="l">
              <a:defRPr sz="2175" b="0">
                <a:solidFill>
                  <a:srgbClr val="173236"/>
                </a:solidFill>
                <a:latin typeface="Pretendard"/>
                <a:ea typeface="Pretendard"/>
                <a:cs typeface="Pretendard"/>
              </a:defRPr>
            </a:lvl4pPr>
            <a:lvl5pPr algn="l">
              <a:defRPr sz="2175" b="0">
                <a:solidFill>
                  <a:srgbClr val="173236"/>
                </a:solidFill>
                <a:latin typeface="Pretendard"/>
                <a:ea typeface="Pretendard"/>
                <a:cs typeface="Pretendard"/>
              </a:defRPr>
            </a:lvl5pPr>
            <a:lvl6pPr algn="l">
              <a:defRPr sz="2175" b="0">
                <a:solidFill>
                  <a:srgbClr val="173236"/>
                </a:solidFill>
                <a:latin typeface="Pretendard"/>
                <a:ea typeface="Pretendard"/>
                <a:cs typeface="Pretendard"/>
              </a:defRPr>
            </a:lvl6pPr>
            <a:lvl7pPr algn="l">
              <a:defRPr sz="2175" b="0">
                <a:solidFill>
                  <a:srgbClr val="173236"/>
                </a:solidFill>
                <a:latin typeface="Pretendard"/>
                <a:ea typeface="Pretendard"/>
                <a:cs typeface="Pretendard"/>
              </a:defRPr>
            </a:lvl7pPr>
            <a:lvl8pPr algn="l">
              <a:defRPr sz="2175" b="0">
                <a:solidFill>
                  <a:srgbClr val="173236"/>
                </a:solidFill>
                <a:latin typeface="Pretendard"/>
                <a:ea typeface="Pretendard"/>
                <a:cs typeface="Pretendard"/>
              </a:defRPr>
            </a:lvl8pPr>
            <a:lvl9pPr algn="l">
              <a:defRPr sz="2175" b="0">
                <a:solidFill>
                  <a:srgbClr val="173236"/>
                </a:solidFill>
                <a:latin typeface="Pretendard"/>
                <a:ea typeface="Pretendard"/>
                <a:cs typeface="Pretendard"/>
              </a:defRPr>
            </a:lvl9pPr>
          </a:lstStyle>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누가 사용할까요?</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어떤 역사·관광 소재를 쓰나요?</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무엇을 경험하게 할까요?</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어떤 놀이·활동 형태인가요?</a:t>
            </a:r>
          </a:p>
        </p:txBody>
      </p:sp>
      <p:sp>
        <p:nvSpPr>
          <p:cNvPr id="9" name="">
            <a:extLst xmlns:a="http://schemas.openxmlformats.org/drawingml/2006/main">
              <a:ext uri="{FF2B5EF4-FFF2-40B4-BE49-F238E27FC236}">
                <a16:creationId xmlns:a16="http://schemas.microsoft.com/office/drawing/2014/main" id="{D3FAC339-325D-4BAF-B191-71AC368AB572}"/>
              </a:ext>
            </a:extLst>
          </p:cNvPr>
          <p:cNvSpPr>
            <a:spLocks xmlns:a="http://schemas.openxmlformats.org/drawingml/2006/main" noGrp="1"/>
          </p:cNvSpPr>
          <p:nvPr/>
        </p:nvSpPr>
        <p:spPr>
          <a:xfrm xmlns:a="http://schemas.openxmlformats.org/drawingml/2006/main">
            <a:off x="6572250" y="2781300"/>
            <a:ext cx="4857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236"/>
                </a:solidFill>
                <a:latin typeface="Pretendard"/>
                <a:ea typeface="Pretendard"/>
                <a:cs typeface="Pretendard"/>
              </a:defRPr>
            </a:defPPr>
            <a:lvl1pPr algn="l">
              <a:defRPr sz="2175" b="0">
                <a:solidFill>
                  <a:srgbClr val="173236"/>
                </a:solidFill>
                <a:latin typeface="Pretendard"/>
                <a:ea typeface="Pretendard"/>
                <a:cs typeface="Pretendard"/>
              </a:defRPr>
            </a:lvl1pPr>
            <a:lvl2pPr algn="l">
              <a:defRPr sz="2175" b="0">
                <a:solidFill>
                  <a:srgbClr val="173236"/>
                </a:solidFill>
                <a:latin typeface="Pretendard"/>
                <a:ea typeface="Pretendard"/>
                <a:cs typeface="Pretendard"/>
              </a:defRPr>
            </a:lvl2pPr>
            <a:lvl3pPr algn="l">
              <a:defRPr sz="2175" b="0">
                <a:solidFill>
                  <a:srgbClr val="173236"/>
                </a:solidFill>
                <a:latin typeface="Pretendard"/>
                <a:ea typeface="Pretendard"/>
                <a:cs typeface="Pretendard"/>
              </a:defRPr>
            </a:lvl3pPr>
            <a:lvl4pPr algn="l">
              <a:defRPr sz="2175" b="0">
                <a:solidFill>
                  <a:srgbClr val="173236"/>
                </a:solidFill>
                <a:latin typeface="Pretendard"/>
                <a:ea typeface="Pretendard"/>
                <a:cs typeface="Pretendard"/>
              </a:defRPr>
            </a:lvl4pPr>
            <a:lvl5pPr algn="l">
              <a:defRPr sz="2175" b="0">
                <a:solidFill>
                  <a:srgbClr val="173236"/>
                </a:solidFill>
                <a:latin typeface="Pretendard"/>
                <a:ea typeface="Pretendard"/>
                <a:cs typeface="Pretendard"/>
              </a:defRPr>
            </a:lvl5pPr>
            <a:lvl6pPr algn="l">
              <a:defRPr sz="2175" b="0">
                <a:solidFill>
                  <a:srgbClr val="173236"/>
                </a:solidFill>
                <a:latin typeface="Pretendard"/>
                <a:ea typeface="Pretendard"/>
                <a:cs typeface="Pretendard"/>
              </a:defRPr>
            </a:lvl6pPr>
            <a:lvl7pPr algn="l">
              <a:defRPr sz="2175" b="0">
                <a:solidFill>
                  <a:srgbClr val="173236"/>
                </a:solidFill>
                <a:latin typeface="Pretendard"/>
                <a:ea typeface="Pretendard"/>
                <a:cs typeface="Pretendard"/>
              </a:defRPr>
            </a:lvl7pPr>
            <a:lvl8pPr algn="l">
              <a:defRPr sz="2175" b="0">
                <a:solidFill>
                  <a:srgbClr val="173236"/>
                </a:solidFill>
                <a:latin typeface="Pretendard"/>
                <a:ea typeface="Pretendard"/>
                <a:cs typeface="Pretendard"/>
              </a:defRPr>
            </a:lvl8pPr>
            <a:lvl9pPr algn="l">
              <a:defRPr sz="2175" b="0">
                <a:solidFill>
                  <a:srgbClr val="173236"/>
                </a:solidFill>
                <a:latin typeface="Pretendard"/>
                <a:ea typeface="Pretendard"/>
                <a:cs typeface="Pretendard"/>
              </a:defRPr>
            </a:lvl9pPr>
          </a:lstStyle>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어떤 구성품이 필요한가요?</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어떤 순서로 진행하나요?</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언제 활동이 끝나나요?</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무엇을 먼저 시험하나요?</a:t>
            </a:r>
          </a:p>
        </p:txBody>
      </p:sp>
      <p:sp>
        <p:nvSpPr>
          <p:cNvPr id="10" name="">
            <a:extLst xmlns:a="http://schemas.openxmlformats.org/drawingml/2006/main">
              <a:ext uri="{FF2B5EF4-FFF2-40B4-BE49-F238E27FC236}">
                <a16:creationId xmlns:a16="http://schemas.microsoft.com/office/drawing/2014/main" id="{54E7F426-FD13-496B-B288-A1C9D78AE72F}"/>
              </a:ext>
            </a:extLst>
          </p:cNvPr>
          <p:cNvSpPr>
            <a:spLocks xmlns:a="http://schemas.openxmlformats.org/drawingml/2006/main" noGrp="1"/>
          </p:cNvSpPr>
          <p:nvPr/>
        </p:nvSpPr>
        <p:spPr>
          <a:xfrm xmlns:a="http://schemas.openxmlformats.org/drawingml/2006/main">
            <a:off x="762000" y="55626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팀별로 보드게임 또는 체험형 교구 한 방향을 선택합니다.</a:t>
            </a:r>
          </a:p>
        </p:txBody>
      </p:sp>
    </p:spTree>
    <p:extLst>
      <p:ext uri="{BB962C8B-B14F-4D97-AF65-F5344CB8AC3E}">
        <p14:creationId xmlns:p14="http://schemas.microsoft.com/office/powerpoint/2010/main" val="1283606306"/>
      </p:ext>
    </p:extLst>
  </p:cSld>
</p:sld>
</file>

<file path=ppt/slides/slide5.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0A9EC3-3BB7-47EB-9B1D-84C0AEF6E74E}"/>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16:05–16:15 · AI 기획 시연</a:t>
            </a:r>
          </a:p>
        </p:txBody>
      </p:sp>
      <p:sp>
        <p:nvSpPr>
          <p:cNvPr id="2" name="">
            <a:extLst xmlns:a="http://schemas.openxmlformats.org/drawingml/2006/main">
              <a:ext uri="{FF2B5EF4-FFF2-40B4-BE49-F238E27FC236}">
                <a16:creationId xmlns:a16="http://schemas.microsoft.com/office/drawing/2014/main" id="{685E614A-FB7D-4F3D-B293-1D85F70D0DE8}"/>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기획이 온라인 체험으로 이어지면</a:t>
            </a:r>
          </a:p>
        </p:txBody>
      </p:sp>
      <p:sp>
        <p:nvSpPr>
          <p:cNvPr id="3" name="">
            <a:extLst xmlns:a="http://schemas.openxmlformats.org/drawingml/2006/main">
              <a:ext uri="{FF2B5EF4-FFF2-40B4-BE49-F238E27FC236}">
                <a16:creationId xmlns:a16="http://schemas.microsoft.com/office/drawing/2014/main" id="{8B1D83C5-3E0E-44E0-B6DD-A85BAC042A63}"/>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368B1F71-59AF-4976-B884-5D45822B9305}"/>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05</a:t>
            </a:r>
          </a:p>
        </p:txBody>
      </p:sp>
      <p:pic>
        <p:nvPicPr>
          <p:cNvPr id="5" name="">
            <a:extLst xmlns:a="http://schemas.openxmlformats.org/drawingml/2006/main">
              <a:ext uri="{FF2B5EF4-FFF2-40B4-BE49-F238E27FC236}">
                <a16:creationId xmlns:a16="http://schemas.microsoft.com/office/drawing/2014/main" id="{D7B367D3-908D-4878-AA29-99D9EC0252FF}"/>
              </a:ext>
            </a:extLst>
          </p:cNvPr>
          <p:cNvPicPr>
            <a:picLocks xmlns:a="http://schemas.openxmlformats.org/drawingml/2006/main" noChangeAspect="1"/>
          </p:cNvPicPr>
          <p:nvPr/>
        </p:nvPicPr>
        <p:blipFill>
          <a:blip xmlns:r="http://schemas.openxmlformats.org/officeDocument/2006/relationships" xmlns:a="http://schemas.openxmlformats.org/drawingml/2006/main" r:embed="Re77311cf2c1b4eb3"/>
          <a:stretch xmlns:a="http://schemas.openxmlformats.org/drawingml/2006/main"/>
        </p:blipFill>
        <p:spPr>
          <a:xfrm xmlns:a="http://schemas.openxmlformats.org/drawingml/2006/main">
            <a:off x="1560580" y="1876425"/>
            <a:ext cx="4746491" cy="41719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99E1619-3C43-4FC6-A621-1C026D3589F8}"/>
              </a:ext>
            </a:extLst>
          </p:cNvPr>
          <p:cNvSpPr>
            <a:spLocks xmlns:a="http://schemas.openxmlformats.org/drawingml/2006/main" noGrp="1"/>
          </p:cNvSpPr>
          <p:nvPr/>
        </p:nvSpPr>
        <p:spPr>
          <a:xfrm xmlns:a="http://schemas.openxmlformats.org/drawingml/2006/main">
            <a:off x="7715250" y="2114550"/>
            <a:ext cx="3714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36"/>
                </a:solidFill>
                <a:latin typeface="Pretendard"/>
                <a:ea typeface="Pretendard"/>
                <a:cs typeface="Pretendard"/>
              </a:defRPr>
            </a:defPPr>
            <a:lvl1pPr algn="l">
              <a:defRPr sz="2400" b="1">
                <a:solidFill>
                  <a:srgbClr val="173236"/>
                </a:solidFill>
                <a:latin typeface="Pretendard"/>
                <a:ea typeface="Pretendard"/>
                <a:cs typeface="Pretendard"/>
              </a:defRPr>
            </a:lvl1pPr>
            <a:lvl2pPr algn="l">
              <a:defRPr sz="2400" b="1">
                <a:solidFill>
                  <a:srgbClr val="173236"/>
                </a:solidFill>
                <a:latin typeface="Pretendard"/>
                <a:ea typeface="Pretendard"/>
                <a:cs typeface="Pretendard"/>
              </a:defRPr>
            </a:lvl2pPr>
            <a:lvl3pPr algn="l">
              <a:defRPr sz="2400" b="1">
                <a:solidFill>
                  <a:srgbClr val="173236"/>
                </a:solidFill>
                <a:latin typeface="Pretendard"/>
                <a:ea typeface="Pretendard"/>
                <a:cs typeface="Pretendard"/>
              </a:defRPr>
            </a:lvl3pPr>
            <a:lvl4pPr algn="l">
              <a:defRPr sz="2400" b="1">
                <a:solidFill>
                  <a:srgbClr val="173236"/>
                </a:solidFill>
                <a:latin typeface="Pretendard"/>
                <a:ea typeface="Pretendard"/>
                <a:cs typeface="Pretendard"/>
              </a:defRPr>
            </a:lvl4pPr>
            <a:lvl5pPr algn="l">
              <a:defRPr sz="2400" b="1">
                <a:solidFill>
                  <a:srgbClr val="173236"/>
                </a:solidFill>
                <a:latin typeface="Pretendard"/>
                <a:ea typeface="Pretendard"/>
                <a:cs typeface="Pretendard"/>
              </a:defRPr>
            </a:lvl5pPr>
            <a:lvl6pPr algn="l">
              <a:defRPr sz="2400" b="1">
                <a:solidFill>
                  <a:srgbClr val="173236"/>
                </a:solidFill>
                <a:latin typeface="Pretendard"/>
                <a:ea typeface="Pretendard"/>
                <a:cs typeface="Pretendard"/>
              </a:defRPr>
            </a:lvl6pPr>
            <a:lvl7pPr algn="l">
              <a:defRPr sz="2400" b="1">
                <a:solidFill>
                  <a:srgbClr val="173236"/>
                </a:solidFill>
                <a:latin typeface="Pretendard"/>
                <a:ea typeface="Pretendard"/>
                <a:cs typeface="Pretendard"/>
              </a:defRPr>
            </a:lvl7pPr>
            <a:lvl8pPr algn="l">
              <a:defRPr sz="2400" b="1">
                <a:solidFill>
                  <a:srgbClr val="173236"/>
                </a:solidFill>
                <a:latin typeface="Pretendard"/>
                <a:ea typeface="Pretendard"/>
                <a:cs typeface="Pretendard"/>
              </a:defRPr>
            </a:lvl8pPr>
            <a:lvl9pPr algn="l">
              <a:defRPr sz="2400" b="1">
                <a:solidFill>
                  <a:srgbClr val="173236"/>
                </a:solidFill>
                <a:latin typeface="Pretendard"/>
                <a:ea typeface="Pretendard"/>
                <a:cs typeface="Pretendard"/>
              </a:defRPr>
            </a:lvl9pPr>
          </a:lstStyle>
          <a:p xmlns:a="http://schemas.openxmlformats.org/drawingml/2006/main">
            <a:pPr algn="l">
              <a:lnSpc>
                <a:spcPct val="113000"/>
              </a:lnSpc>
              <a:buNone/>
              <a:defRPr sz="2400" b="1">
                <a:solidFill>
                  <a:srgbClr val="173236"/>
                </a:solidFill>
                <a:latin typeface="Pretendard"/>
                <a:ea typeface="Pretendard"/>
                <a:cs typeface="Pretendard"/>
              </a:defRPr>
            </a:pPr>
            <a:r>
              <a:rPr sz="2400" b="1">
                <a:solidFill>
                  <a:srgbClr val="173236"/>
                </a:solidFill>
                <a:latin typeface="Pretendard"/>
                <a:ea typeface="Pretendard"/>
                <a:cs typeface="Pretendard"/>
              </a:rPr>
              <a:t>지도와 이동 경로</a:t>
            </a:r>
          </a:p>
          <a:p xmlns:a="http://schemas.openxmlformats.org/drawingml/2006/main">
            <a:pPr algn="l">
              <a:lnSpc>
                <a:spcPct val="113000"/>
              </a:lnSpc>
              <a:buNone/>
              <a:defRPr sz="2400" b="1">
                <a:solidFill>
                  <a:srgbClr val="173236"/>
                </a:solidFill>
                <a:latin typeface="Pretendard"/>
                <a:ea typeface="Pretendard"/>
                <a:cs typeface="Pretendard"/>
              </a:defRPr>
            </a:pPr>
            <a:r>
              <a:rPr sz="2400" b="1">
                <a:solidFill>
                  <a:srgbClr val="173236"/>
                </a:solidFill>
                <a:latin typeface="Pretendard"/>
                <a:ea typeface="Pretendard"/>
                <a:cs typeface="Pretendard"/>
              </a:rPr>
              <a:t>카드와 구성 요소</a:t>
            </a:r>
          </a:p>
          <a:p xmlns:a="http://schemas.openxmlformats.org/drawingml/2006/main">
            <a:pPr algn="l">
              <a:lnSpc>
                <a:spcPct val="113000"/>
              </a:lnSpc>
              <a:buNone/>
              <a:defRPr sz="2400" b="1">
                <a:solidFill>
                  <a:srgbClr val="173236"/>
                </a:solidFill>
                <a:latin typeface="Pretendard"/>
                <a:ea typeface="Pretendard"/>
                <a:cs typeface="Pretendard"/>
              </a:defRPr>
            </a:pPr>
            <a:r>
              <a:rPr sz="2400" b="1">
                <a:solidFill>
                  <a:srgbClr val="173236"/>
                </a:solidFill>
                <a:latin typeface="Pretendard"/>
                <a:ea typeface="Pretendard"/>
                <a:cs typeface="Pretendard"/>
              </a:rPr>
              <a:t>이용자의 선택과 결과</a:t>
            </a:r>
          </a:p>
        </p:txBody>
      </p:sp>
      <p:sp>
        <p:nvSpPr>
          <p:cNvPr id="7" name="">
            <a:extLst xmlns:a="http://schemas.openxmlformats.org/drawingml/2006/main">
              <a:ext uri="{FF2B5EF4-FFF2-40B4-BE49-F238E27FC236}">
                <a16:creationId xmlns:a16="http://schemas.microsoft.com/office/drawing/2014/main" id="{132E2959-D87F-4F7C-830A-5185419EAEB4}"/>
              </a:ext>
            </a:extLst>
          </p:cNvPr>
          <p:cNvSpPr>
            <a:spLocks xmlns:a="http://schemas.openxmlformats.org/drawingml/2006/main" noGrp="1"/>
          </p:cNvSpPr>
          <p:nvPr/>
        </p:nvSpPr>
        <p:spPr>
          <a:xfrm xmlns:a="http://schemas.openxmlformats.org/drawingml/2006/main">
            <a:off x="7715250" y="4124325"/>
            <a:ext cx="3714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7571"/>
                </a:solidFill>
                <a:latin typeface="Pretendard"/>
                <a:ea typeface="Pretendard"/>
                <a:cs typeface="Pretendard"/>
              </a:defRPr>
            </a:defPPr>
            <a:lvl1pPr algn="l">
              <a:defRPr sz="2025" b="0">
                <a:solidFill>
                  <a:srgbClr val="147571"/>
                </a:solidFill>
                <a:latin typeface="Pretendard"/>
                <a:ea typeface="Pretendard"/>
                <a:cs typeface="Pretendard"/>
              </a:defRPr>
            </a:lvl1pPr>
            <a:lvl2pPr algn="l">
              <a:defRPr sz="2025" b="0">
                <a:solidFill>
                  <a:srgbClr val="147571"/>
                </a:solidFill>
                <a:latin typeface="Pretendard"/>
                <a:ea typeface="Pretendard"/>
                <a:cs typeface="Pretendard"/>
              </a:defRPr>
            </a:lvl2pPr>
            <a:lvl3pPr algn="l">
              <a:defRPr sz="2025" b="0">
                <a:solidFill>
                  <a:srgbClr val="147571"/>
                </a:solidFill>
                <a:latin typeface="Pretendard"/>
                <a:ea typeface="Pretendard"/>
                <a:cs typeface="Pretendard"/>
              </a:defRPr>
            </a:lvl3pPr>
            <a:lvl4pPr algn="l">
              <a:defRPr sz="2025" b="0">
                <a:solidFill>
                  <a:srgbClr val="147571"/>
                </a:solidFill>
                <a:latin typeface="Pretendard"/>
                <a:ea typeface="Pretendard"/>
                <a:cs typeface="Pretendard"/>
              </a:defRPr>
            </a:lvl4pPr>
            <a:lvl5pPr algn="l">
              <a:defRPr sz="2025" b="0">
                <a:solidFill>
                  <a:srgbClr val="147571"/>
                </a:solidFill>
                <a:latin typeface="Pretendard"/>
                <a:ea typeface="Pretendard"/>
                <a:cs typeface="Pretendard"/>
              </a:defRPr>
            </a:lvl5pPr>
            <a:lvl6pPr algn="l">
              <a:defRPr sz="2025" b="0">
                <a:solidFill>
                  <a:srgbClr val="147571"/>
                </a:solidFill>
                <a:latin typeface="Pretendard"/>
                <a:ea typeface="Pretendard"/>
                <a:cs typeface="Pretendard"/>
              </a:defRPr>
            </a:lvl6pPr>
            <a:lvl7pPr algn="l">
              <a:defRPr sz="2025" b="0">
                <a:solidFill>
                  <a:srgbClr val="147571"/>
                </a:solidFill>
                <a:latin typeface="Pretendard"/>
                <a:ea typeface="Pretendard"/>
                <a:cs typeface="Pretendard"/>
              </a:defRPr>
            </a:lvl7pPr>
            <a:lvl8pPr algn="l">
              <a:defRPr sz="2025" b="0">
                <a:solidFill>
                  <a:srgbClr val="147571"/>
                </a:solidFill>
                <a:latin typeface="Pretendard"/>
                <a:ea typeface="Pretendard"/>
                <a:cs typeface="Pretendard"/>
              </a:defRPr>
            </a:lvl8pPr>
            <a:lvl9pPr algn="l">
              <a:defRPr sz="2025" b="0">
                <a:solidFill>
                  <a:srgbClr val="147571"/>
                </a:solidFill>
                <a:latin typeface="Pretendard"/>
                <a:ea typeface="Pretendard"/>
                <a:cs typeface="Pretendard"/>
              </a:defRPr>
            </a:lvl9pPr>
          </a:lstStyle>
          <a:p xmlns:a="http://schemas.openxmlformats.org/drawingml/2006/main">
            <a:pPr algn="l">
              <a:lnSpc>
                <a:spcPct val="113000"/>
              </a:lnSpc>
              <a:buNone/>
              <a:defRPr sz="2025" b="0">
                <a:solidFill>
                  <a:srgbClr val="147571"/>
                </a:solidFill>
                <a:latin typeface="Pretendard"/>
                <a:ea typeface="Pretendard"/>
                <a:cs typeface="Pretendard"/>
              </a:defRPr>
            </a:pPr>
            <a:r>
              <a:rPr sz="2025" b="0">
                <a:solidFill>
                  <a:srgbClr val="147571"/>
                </a:solidFill>
                <a:latin typeface="Pretendard"/>
                <a:ea typeface="Pretendard"/>
                <a:cs typeface="Pretendard"/>
              </a:rPr>
              <a:t>설계한 구성과 진행을</a:t>
            </a:r>
          </a:p>
          <a:p xmlns:a="http://schemas.openxmlformats.org/drawingml/2006/main">
            <a:pPr algn="l">
              <a:lnSpc>
                <a:spcPct val="113000"/>
              </a:lnSpc>
              <a:buNone/>
              <a:defRPr sz="2025" b="0">
                <a:solidFill>
                  <a:srgbClr val="147571"/>
                </a:solidFill>
                <a:latin typeface="Pretendard"/>
                <a:ea typeface="Pretendard"/>
                <a:cs typeface="Pretendard"/>
              </a:defRPr>
            </a:pPr>
            <a:r>
              <a:rPr sz="2025" b="0">
                <a:solidFill>
                  <a:srgbClr val="147571"/>
                </a:solidFill>
                <a:latin typeface="Pretendard"/>
                <a:ea typeface="Pretendard"/>
                <a:cs typeface="Pretendard"/>
              </a:rPr>
              <a:t>온라인 화면으로 옮겨</a:t>
            </a:r>
          </a:p>
          <a:p xmlns:a="http://schemas.openxmlformats.org/drawingml/2006/main">
            <a:pPr algn="l">
              <a:lnSpc>
                <a:spcPct val="113000"/>
              </a:lnSpc>
              <a:buNone/>
              <a:defRPr sz="2025" b="0">
                <a:solidFill>
                  <a:srgbClr val="147571"/>
                </a:solidFill>
                <a:latin typeface="Pretendard"/>
                <a:ea typeface="Pretendard"/>
                <a:cs typeface="Pretendard"/>
              </a:defRPr>
            </a:pPr>
            <a:r>
              <a:rPr sz="2025" b="0">
                <a:solidFill>
                  <a:srgbClr val="147571"/>
                </a:solidFill>
                <a:latin typeface="Pretendard"/>
                <a:ea typeface="Pretendard"/>
                <a:cs typeface="Pretendard"/>
              </a:rPr>
              <a:t>직접 체험해볼 수 있습니다.</a:t>
            </a:r>
          </a:p>
        </p:txBody>
      </p:sp>
      <p:sp>
        <p:nvSpPr>
          <p:cNvPr id="8" name="">
            <a:extLst xmlns:a="http://schemas.openxmlformats.org/drawingml/2006/main">
              <a:ext uri="{FF2B5EF4-FFF2-40B4-BE49-F238E27FC236}">
                <a16:creationId xmlns:a16="http://schemas.microsoft.com/office/drawing/2014/main" id="{41F4096F-7697-4259-8BF6-F92934102C99}"/>
              </a:ext>
            </a:extLst>
          </p:cNvPr>
          <p:cNvSpPr>
            <a:spLocks xmlns:a="http://schemas.openxmlformats.org/drawingml/2006/main" noGrp="1"/>
          </p:cNvSpPr>
          <p:nvPr/>
        </p:nvSpPr>
        <p:spPr>
          <a:xfrm xmlns:a="http://schemas.openxmlformats.org/drawingml/2006/main">
            <a:off x="7715250" y="553402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56C66"/>
                </a:solidFill>
                <a:latin typeface="Pretendard"/>
                <a:ea typeface="Pretendard"/>
                <a:cs typeface="Pretendard"/>
              </a:defRPr>
            </a:defPPr>
            <a:lvl1pPr algn="l">
              <a:defRPr sz="1650" b="0">
                <a:solidFill>
                  <a:srgbClr val="656C66"/>
                </a:solidFill>
                <a:latin typeface="Pretendard"/>
                <a:ea typeface="Pretendard"/>
                <a:cs typeface="Pretendard"/>
              </a:defRPr>
            </a:lvl1pPr>
            <a:lvl2pPr algn="l">
              <a:defRPr sz="1650" b="0">
                <a:solidFill>
                  <a:srgbClr val="656C66"/>
                </a:solidFill>
                <a:latin typeface="Pretendard"/>
                <a:ea typeface="Pretendard"/>
                <a:cs typeface="Pretendard"/>
              </a:defRPr>
            </a:lvl2pPr>
            <a:lvl3pPr algn="l">
              <a:defRPr sz="1650" b="0">
                <a:solidFill>
                  <a:srgbClr val="656C66"/>
                </a:solidFill>
                <a:latin typeface="Pretendard"/>
                <a:ea typeface="Pretendard"/>
                <a:cs typeface="Pretendard"/>
              </a:defRPr>
            </a:lvl3pPr>
            <a:lvl4pPr algn="l">
              <a:defRPr sz="1650" b="0">
                <a:solidFill>
                  <a:srgbClr val="656C66"/>
                </a:solidFill>
                <a:latin typeface="Pretendard"/>
                <a:ea typeface="Pretendard"/>
                <a:cs typeface="Pretendard"/>
              </a:defRPr>
            </a:lvl4pPr>
            <a:lvl5pPr algn="l">
              <a:defRPr sz="1650" b="0">
                <a:solidFill>
                  <a:srgbClr val="656C66"/>
                </a:solidFill>
                <a:latin typeface="Pretendard"/>
                <a:ea typeface="Pretendard"/>
                <a:cs typeface="Pretendard"/>
              </a:defRPr>
            </a:lvl5pPr>
            <a:lvl6pPr algn="l">
              <a:defRPr sz="1650" b="0">
                <a:solidFill>
                  <a:srgbClr val="656C66"/>
                </a:solidFill>
                <a:latin typeface="Pretendard"/>
                <a:ea typeface="Pretendard"/>
                <a:cs typeface="Pretendard"/>
              </a:defRPr>
            </a:lvl6pPr>
            <a:lvl7pPr algn="l">
              <a:defRPr sz="1650" b="0">
                <a:solidFill>
                  <a:srgbClr val="656C66"/>
                </a:solidFill>
                <a:latin typeface="Pretendard"/>
                <a:ea typeface="Pretendard"/>
                <a:cs typeface="Pretendard"/>
              </a:defRPr>
            </a:lvl7pPr>
            <a:lvl8pPr algn="l">
              <a:defRPr sz="1650" b="0">
                <a:solidFill>
                  <a:srgbClr val="656C66"/>
                </a:solidFill>
                <a:latin typeface="Pretendard"/>
                <a:ea typeface="Pretendard"/>
                <a:cs typeface="Pretendard"/>
              </a:defRPr>
            </a:lvl8pPr>
            <a:lvl9pPr algn="l">
              <a:defRPr sz="1650" b="0">
                <a:solidFill>
                  <a:srgbClr val="656C66"/>
                </a:solidFill>
                <a:latin typeface="Pretendard"/>
                <a:ea typeface="Pretendard"/>
                <a:cs typeface="Pretendard"/>
              </a:defRPr>
            </a:lvl9pPr>
          </a:lstStyle>
          <a:p xmlns:a="http://schemas.openxmlformats.org/drawingml/2006/main">
            <a:pPr algn="l">
              <a:lnSpc>
                <a:spcPct val="113000"/>
              </a:lnSpc>
              <a:buNone/>
              <a:defRPr sz="1650" b="0">
                <a:solidFill>
                  <a:srgbClr val="656C66"/>
                </a:solidFill>
                <a:latin typeface="Pretendard"/>
                <a:ea typeface="Pretendard"/>
                <a:cs typeface="Pretendard"/>
              </a:defRPr>
            </a:pPr>
            <a:r>
              <a:rPr sz="1650" b="0">
                <a:solidFill>
                  <a:srgbClr val="656C66"/>
                </a:solidFill>
                <a:latin typeface="Pretendard"/>
                <a:ea typeface="Pretendard"/>
                <a:cs typeface="Pretendard"/>
              </a:rPr>
              <a:t>실물 제작은 이후 여건에 따라 검토합니다.</a:t>
            </a:r>
          </a:p>
        </p:txBody>
      </p:sp>
    </p:spTree>
    <p:extLst>
      <p:ext uri="{BB962C8B-B14F-4D97-AF65-F5344CB8AC3E}">
        <p14:creationId xmlns:p14="http://schemas.microsoft.com/office/powerpoint/2010/main" val="764169389"/>
      </p:ext>
    </p:extLst>
  </p:cSld>
</p:sld>
</file>

<file path=ppt/slides/slide6.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56FDC18-E65F-4571-A042-BBE0444979B6}"/>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16:05–16:15 · AI 기획 시연</a:t>
            </a:r>
          </a:p>
        </p:txBody>
      </p:sp>
      <p:sp>
        <p:nvSpPr>
          <p:cNvPr id="2" name="">
            <a:extLst xmlns:a="http://schemas.openxmlformats.org/drawingml/2006/main">
              <a:ext uri="{FF2B5EF4-FFF2-40B4-BE49-F238E27FC236}">
                <a16:creationId xmlns:a16="http://schemas.microsoft.com/office/drawing/2014/main" id="{2E17636B-7784-4E6C-9E28-06835B265328}"/>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역사·관광자료를 고르는 기준</a:t>
            </a:r>
          </a:p>
        </p:txBody>
      </p:sp>
      <p:sp>
        <p:nvSpPr>
          <p:cNvPr id="3" name="">
            <a:extLst xmlns:a="http://schemas.openxmlformats.org/drawingml/2006/main">
              <a:ext uri="{FF2B5EF4-FFF2-40B4-BE49-F238E27FC236}">
                <a16:creationId xmlns:a16="http://schemas.microsoft.com/office/drawing/2014/main" id="{DE971956-DA65-4031-86CE-F4E612426AB4}"/>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5E496432-22FF-41D3-B6AB-6B406EF9635D}"/>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06</a:t>
            </a:r>
          </a:p>
        </p:txBody>
      </p:sp>
      <p:sp>
        <p:nvSpPr>
          <p:cNvPr id="5" name="">
            <a:extLst xmlns:a="http://schemas.openxmlformats.org/drawingml/2006/main">
              <a:ext uri="{FF2B5EF4-FFF2-40B4-BE49-F238E27FC236}">
                <a16:creationId xmlns:a16="http://schemas.microsoft.com/office/drawing/2014/main" id="{0E9E7F72-F194-49F6-AF75-78EC88CE8C8C}"/>
              </a:ext>
            </a:extLst>
          </p:cNvPr>
          <p:cNvSpPr>
            <a:spLocks xmlns:a="http://schemas.openxmlformats.org/drawingml/2006/main" noGrp="1"/>
          </p:cNvSpPr>
          <p:nvPr/>
        </p:nvSpPr>
        <p:spPr>
          <a:xfrm xmlns:a="http://schemas.openxmlformats.org/drawingml/2006/main">
            <a:off x="762000" y="2085975"/>
            <a:ext cx="1743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역사자료</a:t>
            </a:r>
          </a:p>
        </p:txBody>
      </p:sp>
      <p:sp>
        <p:nvSpPr>
          <p:cNvPr id="6" name="">
            <a:extLst xmlns:a="http://schemas.openxmlformats.org/drawingml/2006/main">
              <a:ext uri="{FF2B5EF4-FFF2-40B4-BE49-F238E27FC236}">
                <a16:creationId xmlns:a16="http://schemas.microsoft.com/office/drawing/2014/main" id="{C25C3D22-517A-4B96-B866-658C32770BB1}"/>
              </a:ext>
            </a:extLst>
          </p:cNvPr>
          <p:cNvSpPr>
            <a:spLocks xmlns:a="http://schemas.openxmlformats.org/drawingml/2006/main" noGrp="1"/>
          </p:cNvSpPr>
          <p:nvPr/>
        </p:nvSpPr>
        <p:spPr>
          <a:xfrm xmlns:a="http://schemas.openxmlformats.org/drawingml/2006/main">
            <a:off x="2619375" y="2085975"/>
            <a:ext cx="881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예: 1900년 칙령 제41호의 ‘군청 위치는 태하동’ 기록</a:t>
            </a:r>
          </a:p>
        </p:txBody>
      </p:sp>
      <p:sp>
        <p:nvSpPr>
          <p:cNvPr id="7" name="">
            <a:extLst xmlns:a="http://schemas.openxmlformats.org/drawingml/2006/main">
              <a:ext uri="{FF2B5EF4-FFF2-40B4-BE49-F238E27FC236}">
                <a16:creationId xmlns:a16="http://schemas.microsoft.com/office/drawing/2014/main" id="{83E1D140-3E2B-48AB-BAFD-5A7950CCD735}"/>
              </a:ext>
            </a:extLst>
          </p:cNvPr>
          <p:cNvSpPr>
            <a:spLocks xmlns:a="http://schemas.openxmlformats.org/drawingml/2006/main" noGrp="1"/>
          </p:cNvSpPr>
          <p:nvPr/>
        </p:nvSpPr>
        <p:spPr>
          <a:xfrm xmlns:a="http://schemas.openxmlformats.org/drawingml/2006/main">
            <a:off x="762000" y="27622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2299299-971C-4F3A-AA93-1DDEC97588CA}"/>
              </a:ext>
            </a:extLst>
          </p:cNvPr>
          <p:cNvSpPr>
            <a:spLocks xmlns:a="http://schemas.openxmlformats.org/drawingml/2006/main" noGrp="1"/>
          </p:cNvSpPr>
          <p:nvPr/>
        </p:nvSpPr>
        <p:spPr>
          <a:xfrm xmlns:a="http://schemas.openxmlformats.org/drawingml/2006/main">
            <a:off x="762000" y="3019425"/>
            <a:ext cx="1743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관광자료</a:t>
            </a:r>
          </a:p>
        </p:txBody>
      </p:sp>
      <p:sp>
        <p:nvSpPr>
          <p:cNvPr id="9" name="">
            <a:extLst xmlns:a="http://schemas.openxmlformats.org/drawingml/2006/main">
              <a:ext uri="{FF2B5EF4-FFF2-40B4-BE49-F238E27FC236}">
                <a16:creationId xmlns:a16="http://schemas.microsoft.com/office/drawing/2014/main" id="{A76C242B-6DD1-4EB4-82B7-572F239692FE}"/>
              </a:ext>
            </a:extLst>
          </p:cNvPr>
          <p:cNvSpPr>
            <a:spLocks xmlns:a="http://schemas.openxmlformats.org/drawingml/2006/main" noGrp="1"/>
          </p:cNvSpPr>
          <p:nvPr/>
        </p:nvSpPr>
        <p:spPr>
          <a:xfrm xmlns:a="http://schemas.openxmlformats.org/drawingml/2006/main">
            <a:off x="2619375" y="3019425"/>
            <a:ext cx="881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장소의 특징과 방문객이 궁금해할 정보</a:t>
            </a:r>
          </a:p>
        </p:txBody>
      </p:sp>
      <p:sp>
        <p:nvSpPr>
          <p:cNvPr id="10" name="">
            <a:extLst xmlns:a="http://schemas.openxmlformats.org/drawingml/2006/main">
              <a:ext uri="{FF2B5EF4-FFF2-40B4-BE49-F238E27FC236}">
                <a16:creationId xmlns:a16="http://schemas.microsoft.com/office/drawing/2014/main" id="{CC32A755-2977-4B51-A762-E634C3538C75}"/>
              </a:ext>
            </a:extLst>
          </p:cNvPr>
          <p:cNvSpPr>
            <a:spLocks xmlns:a="http://schemas.openxmlformats.org/drawingml/2006/main" noGrp="1"/>
          </p:cNvSpPr>
          <p:nvPr/>
        </p:nvSpPr>
        <p:spPr>
          <a:xfrm xmlns:a="http://schemas.openxmlformats.org/drawingml/2006/main">
            <a:off x="762000" y="369570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05A39EA-103D-4B27-9215-1AF058D69900}"/>
              </a:ext>
            </a:extLst>
          </p:cNvPr>
          <p:cNvSpPr>
            <a:spLocks xmlns:a="http://schemas.openxmlformats.org/drawingml/2006/main" noGrp="1"/>
          </p:cNvSpPr>
          <p:nvPr/>
        </p:nvSpPr>
        <p:spPr>
          <a:xfrm xmlns:a="http://schemas.openxmlformats.org/drawingml/2006/main">
            <a:off x="762000" y="3952875"/>
            <a:ext cx="1743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A34F3D"/>
                </a:solidFill>
                <a:latin typeface="Pretendard"/>
                <a:ea typeface="Pretendard"/>
                <a:cs typeface="Pretendard"/>
              </a:defRPr>
            </a:defPPr>
            <a:lvl1pPr algn="l">
              <a:defRPr sz="2100" b="1">
                <a:solidFill>
                  <a:srgbClr val="A34F3D"/>
                </a:solidFill>
                <a:latin typeface="Pretendard"/>
                <a:ea typeface="Pretendard"/>
                <a:cs typeface="Pretendard"/>
              </a:defRPr>
            </a:lvl1pPr>
            <a:lvl2pPr algn="l">
              <a:defRPr sz="2100" b="1">
                <a:solidFill>
                  <a:srgbClr val="A34F3D"/>
                </a:solidFill>
                <a:latin typeface="Pretendard"/>
                <a:ea typeface="Pretendard"/>
                <a:cs typeface="Pretendard"/>
              </a:defRPr>
            </a:lvl2pPr>
            <a:lvl3pPr algn="l">
              <a:defRPr sz="2100" b="1">
                <a:solidFill>
                  <a:srgbClr val="A34F3D"/>
                </a:solidFill>
                <a:latin typeface="Pretendard"/>
                <a:ea typeface="Pretendard"/>
                <a:cs typeface="Pretendard"/>
              </a:defRPr>
            </a:lvl3pPr>
            <a:lvl4pPr algn="l">
              <a:defRPr sz="2100" b="1">
                <a:solidFill>
                  <a:srgbClr val="A34F3D"/>
                </a:solidFill>
                <a:latin typeface="Pretendard"/>
                <a:ea typeface="Pretendard"/>
                <a:cs typeface="Pretendard"/>
              </a:defRPr>
            </a:lvl4pPr>
            <a:lvl5pPr algn="l">
              <a:defRPr sz="2100" b="1">
                <a:solidFill>
                  <a:srgbClr val="A34F3D"/>
                </a:solidFill>
                <a:latin typeface="Pretendard"/>
                <a:ea typeface="Pretendard"/>
                <a:cs typeface="Pretendard"/>
              </a:defRPr>
            </a:lvl5pPr>
            <a:lvl6pPr algn="l">
              <a:defRPr sz="2100" b="1">
                <a:solidFill>
                  <a:srgbClr val="A34F3D"/>
                </a:solidFill>
                <a:latin typeface="Pretendard"/>
                <a:ea typeface="Pretendard"/>
                <a:cs typeface="Pretendard"/>
              </a:defRPr>
            </a:lvl6pPr>
            <a:lvl7pPr algn="l">
              <a:defRPr sz="2100" b="1">
                <a:solidFill>
                  <a:srgbClr val="A34F3D"/>
                </a:solidFill>
                <a:latin typeface="Pretendard"/>
                <a:ea typeface="Pretendard"/>
                <a:cs typeface="Pretendard"/>
              </a:defRPr>
            </a:lvl7pPr>
            <a:lvl8pPr algn="l">
              <a:defRPr sz="2100" b="1">
                <a:solidFill>
                  <a:srgbClr val="A34F3D"/>
                </a:solidFill>
                <a:latin typeface="Pretendard"/>
                <a:ea typeface="Pretendard"/>
                <a:cs typeface="Pretendard"/>
              </a:defRPr>
            </a:lvl8pPr>
            <a:lvl9pPr algn="l">
              <a:defRPr sz="2100" b="1">
                <a:solidFill>
                  <a:srgbClr val="A34F3D"/>
                </a:solidFill>
                <a:latin typeface="Pretendard"/>
                <a:ea typeface="Pretendard"/>
                <a:cs typeface="Pretendard"/>
              </a:defRPr>
            </a:lvl9pPr>
          </a:lstStyle>
          <a:p xmlns:a="http://schemas.openxmlformats.org/drawingml/2006/main">
            <a:pPr algn="l">
              <a:lnSpc>
                <a:spcPct val="113000"/>
              </a:lnSpc>
              <a:buNone/>
              <a:defRPr sz="2100" b="1">
                <a:solidFill>
                  <a:srgbClr val="A34F3D"/>
                </a:solidFill>
                <a:latin typeface="Pretendard"/>
                <a:ea typeface="Pretendard"/>
                <a:cs typeface="Pretendard"/>
              </a:defRPr>
            </a:pPr>
            <a:r>
              <a:rPr sz="2100" b="1">
                <a:solidFill>
                  <a:srgbClr val="A34F3D"/>
                </a:solidFill>
                <a:latin typeface="Pretendard"/>
                <a:ea typeface="Pretendard"/>
                <a:cs typeface="Pretendard"/>
              </a:rPr>
              <a:t>창작할 부분</a:t>
            </a:r>
          </a:p>
        </p:txBody>
      </p:sp>
      <p:sp>
        <p:nvSpPr>
          <p:cNvPr id="12" name="">
            <a:extLst xmlns:a="http://schemas.openxmlformats.org/drawingml/2006/main">
              <a:ext uri="{FF2B5EF4-FFF2-40B4-BE49-F238E27FC236}">
                <a16:creationId xmlns:a16="http://schemas.microsoft.com/office/drawing/2014/main" id="{5FC372F3-0AFF-4FE5-887E-2F22827923A2}"/>
              </a:ext>
            </a:extLst>
          </p:cNvPr>
          <p:cNvSpPr>
            <a:spLocks xmlns:a="http://schemas.openxmlformats.org/drawingml/2006/main" noGrp="1"/>
          </p:cNvSpPr>
          <p:nvPr/>
        </p:nvSpPr>
        <p:spPr>
          <a:xfrm xmlns:a="http://schemas.openxmlformats.org/drawingml/2006/main">
            <a:off x="2619375" y="3952875"/>
            <a:ext cx="881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미션, 가상 상황, 카드 효과, 활동 방식</a:t>
            </a:r>
          </a:p>
        </p:txBody>
      </p:sp>
      <p:sp>
        <p:nvSpPr>
          <p:cNvPr id="13" name="">
            <a:extLst xmlns:a="http://schemas.openxmlformats.org/drawingml/2006/main">
              <a:ext uri="{FF2B5EF4-FFF2-40B4-BE49-F238E27FC236}">
                <a16:creationId xmlns:a16="http://schemas.microsoft.com/office/drawing/2014/main" id="{20080A59-07A7-4B5E-81C4-00838E7E2172}"/>
              </a:ext>
            </a:extLst>
          </p:cNvPr>
          <p:cNvSpPr>
            <a:spLocks xmlns:a="http://schemas.openxmlformats.org/drawingml/2006/main" noGrp="1"/>
          </p:cNvSpPr>
          <p:nvPr/>
        </p:nvSpPr>
        <p:spPr>
          <a:xfrm xmlns:a="http://schemas.openxmlformats.org/drawingml/2006/main">
            <a:off x="762000" y="46291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468C2B3-8025-4BD6-8998-0A0B5B241CE8}"/>
              </a:ext>
            </a:extLst>
          </p:cNvPr>
          <p:cNvSpPr>
            <a:spLocks xmlns:a="http://schemas.openxmlformats.org/drawingml/2006/main" noGrp="1"/>
          </p:cNvSpPr>
          <p:nvPr/>
        </p:nvSpPr>
        <p:spPr>
          <a:xfrm xmlns:a="http://schemas.openxmlformats.org/drawingml/2006/main">
            <a:off x="762000" y="4886325"/>
            <a:ext cx="17430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기록할 출처</a:t>
            </a:r>
          </a:p>
        </p:txBody>
      </p:sp>
      <p:sp>
        <p:nvSpPr>
          <p:cNvPr id="15" name="">
            <a:extLst xmlns:a="http://schemas.openxmlformats.org/drawingml/2006/main">
              <a:ext uri="{FF2B5EF4-FFF2-40B4-BE49-F238E27FC236}">
                <a16:creationId xmlns:a16="http://schemas.microsoft.com/office/drawing/2014/main" id="{59171199-FE5B-4FE5-AA28-87A77B7A32F1}"/>
              </a:ext>
            </a:extLst>
          </p:cNvPr>
          <p:cNvSpPr>
            <a:spLocks xmlns:a="http://schemas.openxmlformats.org/drawingml/2006/main" noGrp="1"/>
          </p:cNvSpPr>
          <p:nvPr/>
        </p:nvSpPr>
        <p:spPr>
          <a:xfrm xmlns:a="http://schemas.openxmlformats.org/drawingml/2006/main">
            <a:off x="2619375" y="4886325"/>
            <a:ext cx="881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기관, 자료 제목, 확인한 주소와 날짜</a:t>
            </a:r>
          </a:p>
        </p:txBody>
      </p:sp>
      <p:sp>
        <p:nvSpPr>
          <p:cNvPr id="16" name="">
            <a:extLst xmlns:a="http://schemas.openxmlformats.org/drawingml/2006/main">
              <a:ext uri="{FF2B5EF4-FFF2-40B4-BE49-F238E27FC236}">
                <a16:creationId xmlns:a16="http://schemas.microsoft.com/office/drawing/2014/main" id="{9EB3E863-B2DB-4115-9A75-D6402964E720}"/>
              </a:ext>
            </a:extLst>
          </p:cNvPr>
          <p:cNvSpPr>
            <a:spLocks xmlns:a="http://schemas.openxmlformats.org/drawingml/2006/main" noGrp="1"/>
          </p:cNvSpPr>
          <p:nvPr/>
        </p:nvSpPr>
        <p:spPr>
          <a:xfrm xmlns:a="http://schemas.openxmlformats.org/drawingml/2006/main">
            <a:off x="762000" y="556260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EE5C190-E9F1-4738-B1F2-A171BE46657B}"/>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자료 예시: 국사편찬위원회 우리역사넷 · 대한제국 칙령 제41호</a:t>
            </a:r>
          </a:p>
        </p:txBody>
      </p:sp>
    </p:spTree>
    <p:extLst>
      <p:ext uri="{BB962C8B-B14F-4D97-AF65-F5344CB8AC3E}">
        <p14:creationId xmlns:p14="http://schemas.microsoft.com/office/powerpoint/2010/main" val="930729900"/>
      </p:ext>
    </p:extLst>
  </p:cSld>
</p:sld>
</file>

<file path=ppt/slides/slide7.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1859C9-4E3E-412D-A295-071030D9DDD4}"/>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16:05–16:15 · AI 기획 시연</a:t>
            </a:r>
          </a:p>
        </p:txBody>
      </p:sp>
      <p:sp>
        <p:nvSpPr>
          <p:cNvPr id="2" name="">
            <a:extLst xmlns:a="http://schemas.openxmlformats.org/drawingml/2006/main">
              <a:ext uri="{FF2B5EF4-FFF2-40B4-BE49-F238E27FC236}">
                <a16:creationId xmlns:a16="http://schemas.microsoft.com/office/drawing/2014/main" id="{4E1DAB55-3BF9-4B02-9480-D832C3751AD2}"/>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소재를 놀이와 활동으로 바꾸기</a:t>
            </a:r>
          </a:p>
        </p:txBody>
      </p:sp>
      <p:sp>
        <p:nvSpPr>
          <p:cNvPr id="3" name="">
            <a:extLst xmlns:a="http://schemas.openxmlformats.org/drawingml/2006/main">
              <a:ext uri="{FF2B5EF4-FFF2-40B4-BE49-F238E27FC236}">
                <a16:creationId xmlns:a16="http://schemas.microsoft.com/office/drawing/2014/main" id="{439AD6C0-D66C-4BBE-9CA5-E828056E69FB}"/>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6336FCAE-2C2E-44CC-A0B5-C4AE03473F95}"/>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07</a:t>
            </a:r>
          </a:p>
        </p:txBody>
      </p:sp>
      <p:graphicFrame>
        <p:nvGraphicFramePr>
          <p:cNvPr id="5" name="">
            <a:extLst xmlns:a="http://schemas.openxmlformats.org/drawingml/2006/main">
              <a:ext uri="{FF2B5EF4-FFF2-40B4-BE49-F238E27FC236}">
                <a16:creationId xmlns:a16="http://schemas.microsoft.com/office/drawing/2014/main" id="{4C2F4070-C7E5-41F7-91E0-D94FD51453F0}"/>
              </a:ext>
            </a:extLst>
          </p:cNvPr>
          <p:cNvGraphicFramePr/>
          <p:nvPr/>
        </p:nvGraphicFramePr>
        <p:xfrm>
          <a:off xmlns:a="http://schemas.openxmlformats.org/drawingml/2006/main" x="762000" y="2143125"/>
          <a:ext xmlns:a="http://schemas.openxmlformats.org/drawingml/2006/main" cx="10668000" cy="3105150"/>
        </p:xfrm>
        <a:graphic xmlns:a="http://schemas.openxmlformats.org/drawingml/2006/main">
          <a:graphicData uri="http://schemas.openxmlformats.org/drawingml/2006/table">
            <a:tbl>
              <a:tblPr/>
              <a:tblGrid>
                <a:gridCol w="3143250"/>
                <a:gridCol w="3714750"/>
                <a:gridCol w="3810000"/>
              </a:tblGrid>
              <a:tr h="776288">
                <a:tc>
                  <a:txBody>
                    <a:bodyPr/>
                    <a:lstStyle/>
                    <a:p>
                      <a:r>
                        <a:rPr sz="1950" b="1">
                          <a:solidFill>
                            <a:srgbClr val="147571"/>
                          </a:solidFill>
                          <a:latin typeface="Pretendard"/>
                          <a:ea typeface="Pretendard"/>
                          <a:cs typeface="Pretendard"/>
                        </a:rPr>
                        <a:t>지역 소재</a:t>
                      </a:r>
                    </a:p>
                  </a:txBody>
                  <a:tcPr marL="142875" marR="142875" marT="114300" marB="95250" anchor="t">
                    <a:lnL w="9525">
                      <a:solidFill>
                        <a:srgbClr val="C7CEC5"/>
                      </a:solidFill>
                      <a:prstDash val="solid"/>
                    </a:lnL>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950" b="1">
                          <a:solidFill>
                            <a:srgbClr val="147571"/>
                          </a:solidFill>
                          <a:latin typeface="Pretendard"/>
                          <a:ea typeface="Pretendard"/>
                          <a:cs typeface="Pretendard"/>
                        </a:rPr>
                        <a:t>이용자가 하는 행동</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950" b="1">
                          <a:solidFill>
                            <a:srgbClr val="147571"/>
                          </a:solidFill>
                          <a:latin typeface="Pretendard"/>
                          <a:ea typeface="Pretendard"/>
                          <a:cs typeface="Pretendard"/>
                        </a:rPr>
                        <a:t>콘텐츠에 담을 경험</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r>
              <a:tr h="776288">
                <a:tc>
                  <a:txBody>
                    <a:bodyPr/>
                    <a:lstStyle/>
                    <a:p>
                      <a:r>
                        <a:rPr sz="1950">
                          <a:solidFill>
                            <a:srgbClr val="173236"/>
                          </a:solidFill>
                          <a:latin typeface="Pretendard"/>
                          <a:ea typeface="Pretendard"/>
                          <a:cs typeface="Pretendard"/>
                        </a:rPr>
                        <a:t>옛 지도와 문헌</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표현을 비교하고 근거 찾기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과거의 기록을 읽는 경험</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776288">
                <a:tc>
                  <a:txBody>
                    <a:bodyPr/>
                    <a:lstStyle/>
                    <a:p>
                      <a:r>
                        <a:rPr sz="1950">
                          <a:solidFill>
                            <a:srgbClr val="173236"/>
                          </a:solidFill>
                          <a:latin typeface="Pretendard"/>
                          <a:ea typeface="Pretendard"/>
                          <a:cs typeface="Pretendard"/>
                        </a:rPr>
                        <a:t>지역의 장소와 특징</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관심에 맞는 경로 고르기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여행을 선택하는 경험</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776288">
                <a:tc>
                  <a:txBody>
                    <a:bodyPr/>
                    <a:lstStyle/>
                    <a:p>
                      <a:r>
                        <a:rPr sz="1950">
                          <a:solidFill>
                            <a:srgbClr val="173236"/>
                          </a:solidFill>
                          <a:latin typeface="Pretendard"/>
                          <a:ea typeface="Pretendard"/>
                          <a:cs typeface="Pretendard"/>
                        </a:rPr>
                        <a:t>지역의 이야기</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단서를 나누고 설명하기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함께 해석하는 경험</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bl>
          </a:graphicData>
        </a:graphic>
      </p:graphicFrame>
      <p:sp>
        <p:nvSpPr>
          <p:cNvPr id="6" name="">
            <a:extLst xmlns:a="http://schemas.openxmlformats.org/drawingml/2006/main">
              <a:ext uri="{FF2B5EF4-FFF2-40B4-BE49-F238E27FC236}">
                <a16:creationId xmlns:a16="http://schemas.microsoft.com/office/drawing/2014/main" id="{ABC38404-B325-4406-BF37-1DB4E7CEAC5B}"/>
              </a:ext>
            </a:extLst>
          </p:cNvPr>
          <p:cNvSpPr>
            <a:spLocks xmlns:a="http://schemas.openxmlformats.org/drawingml/2006/main" noGrp="1"/>
          </p:cNvSpPr>
          <p:nvPr/>
        </p:nvSpPr>
        <p:spPr>
          <a:xfrm xmlns:a="http://schemas.openxmlformats.org/drawingml/2006/main">
            <a:off x="762000" y="55911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47571"/>
                </a:solidFill>
                <a:latin typeface="Pretendard"/>
                <a:ea typeface="Pretendard"/>
                <a:cs typeface="Pretendard"/>
              </a:defRPr>
            </a:defPPr>
            <a:lvl1pPr algn="l">
              <a:defRPr sz="2175" b="1">
                <a:solidFill>
                  <a:srgbClr val="147571"/>
                </a:solidFill>
                <a:latin typeface="Pretendard"/>
                <a:ea typeface="Pretendard"/>
                <a:cs typeface="Pretendard"/>
              </a:defRPr>
            </a:lvl1pPr>
            <a:lvl2pPr algn="l">
              <a:defRPr sz="2175" b="1">
                <a:solidFill>
                  <a:srgbClr val="147571"/>
                </a:solidFill>
                <a:latin typeface="Pretendard"/>
                <a:ea typeface="Pretendard"/>
                <a:cs typeface="Pretendard"/>
              </a:defRPr>
            </a:lvl2pPr>
            <a:lvl3pPr algn="l">
              <a:defRPr sz="2175" b="1">
                <a:solidFill>
                  <a:srgbClr val="147571"/>
                </a:solidFill>
                <a:latin typeface="Pretendard"/>
                <a:ea typeface="Pretendard"/>
                <a:cs typeface="Pretendard"/>
              </a:defRPr>
            </a:lvl3pPr>
            <a:lvl4pPr algn="l">
              <a:defRPr sz="2175" b="1">
                <a:solidFill>
                  <a:srgbClr val="147571"/>
                </a:solidFill>
                <a:latin typeface="Pretendard"/>
                <a:ea typeface="Pretendard"/>
                <a:cs typeface="Pretendard"/>
              </a:defRPr>
            </a:lvl4pPr>
            <a:lvl5pPr algn="l">
              <a:defRPr sz="2175" b="1">
                <a:solidFill>
                  <a:srgbClr val="147571"/>
                </a:solidFill>
                <a:latin typeface="Pretendard"/>
                <a:ea typeface="Pretendard"/>
                <a:cs typeface="Pretendard"/>
              </a:defRPr>
            </a:lvl5pPr>
            <a:lvl6pPr algn="l">
              <a:defRPr sz="2175" b="1">
                <a:solidFill>
                  <a:srgbClr val="147571"/>
                </a:solidFill>
                <a:latin typeface="Pretendard"/>
                <a:ea typeface="Pretendard"/>
                <a:cs typeface="Pretendard"/>
              </a:defRPr>
            </a:lvl6pPr>
            <a:lvl7pPr algn="l">
              <a:defRPr sz="2175" b="1">
                <a:solidFill>
                  <a:srgbClr val="147571"/>
                </a:solidFill>
                <a:latin typeface="Pretendard"/>
                <a:ea typeface="Pretendard"/>
                <a:cs typeface="Pretendard"/>
              </a:defRPr>
            </a:lvl7pPr>
            <a:lvl8pPr algn="l">
              <a:defRPr sz="2175" b="1">
                <a:solidFill>
                  <a:srgbClr val="147571"/>
                </a:solidFill>
                <a:latin typeface="Pretendard"/>
                <a:ea typeface="Pretendard"/>
                <a:cs typeface="Pretendard"/>
              </a:defRPr>
            </a:lvl8pPr>
            <a:lvl9pPr algn="l">
              <a:defRPr sz="2175" b="1">
                <a:solidFill>
                  <a:srgbClr val="147571"/>
                </a:solidFill>
                <a:latin typeface="Pretendard"/>
                <a:ea typeface="Pretendard"/>
                <a:cs typeface="Pretendard"/>
              </a:defRPr>
            </a:lvl9pPr>
          </a:lstStyle>
          <a:p xmlns:a="http://schemas.openxmlformats.org/drawingml/2006/main">
            <a:pPr algn="l">
              <a:lnSpc>
                <a:spcPct val="113000"/>
              </a:lnSpc>
              <a:buNone/>
              <a:defRPr sz="2175" b="1">
                <a:solidFill>
                  <a:srgbClr val="147571"/>
                </a:solidFill>
                <a:latin typeface="Pretendard"/>
                <a:ea typeface="Pretendard"/>
                <a:cs typeface="Pretendard"/>
              </a:defRPr>
            </a:pPr>
            <a:r>
              <a:rPr sz="2175" b="1">
                <a:solidFill>
                  <a:srgbClr val="147571"/>
                </a:solidFill>
                <a:latin typeface="Pretendard"/>
                <a:ea typeface="Pretendard"/>
                <a:cs typeface="Pretendard"/>
              </a:rPr>
              <a:t>소재를 읽은 뒤 무엇을 하게 되는지 정합니다.</a:t>
            </a:r>
          </a:p>
        </p:txBody>
      </p:sp>
    </p:spTree>
    <p:extLst>
      <p:ext uri="{BB962C8B-B14F-4D97-AF65-F5344CB8AC3E}">
        <p14:creationId xmlns:p14="http://schemas.microsoft.com/office/powerpoint/2010/main" val="475700493"/>
      </p:ext>
    </p:extLst>
  </p:cSld>
</p:sld>
</file>

<file path=ppt/slides/slide8.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EEFF73-2E3C-458D-8D0C-C4FD387B8B21}"/>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16:05–16:15 · AI 기획 시연</a:t>
            </a:r>
          </a:p>
        </p:txBody>
      </p:sp>
      <p:sp>
        <p:nvSpPr>
          <p:cNvPr id="2" name="">
            <a:extLst xmlns:a="http://schemas.openxmlformats.org/drawingml/2006/main">
              <a:ext uri="{FF2B5EF4-FFF2-40B4-BE49-F238E27FC236}">
                <a16:creationId xmlns:a16="http://schemas.microsoft.com/office/drawing/2014/main" id="{1E067A50-0111-4D97-82AA-ABC79D46530D}"/>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AI에 건네는 첫 요청</a:t>
            </a:r>
          </a:p>
        </p:txBody>
      </p:sp>
      <p:sp>
        <p:nvSpPr>
          <p:cNvPr id="3" name="">
            <a:extLst xmlns:a="http://schemas.openxmlformats.org/drawingml/2006/main">
              <a:ext uri="{FF2B5EF4-FFF2-40B4-BE49-F238E27FC236}">
                <a16:creationId xmlns:a16="http://schemas.microsoft.com/office/drawing/2014/main" id="{998AED52-2DFA-40FD-9475-4C1CFF177BD4}"/>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42221276-7E68-42E2-A1AC-6F5438F640E6}"/>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08</a:t>
            </a:r>
          </a:p>
        </p:txBody>
      </p:sp>
      <p:sp>
        <p:nvSpPr>
          <p:cNvPr id="5" name="">
            <a:extLst xmlns:a="http://schemas.openxmlformats.org/drawingml/2006/main">
              <a:ext uri="{FF2B5EF4-FFF2-40B4-BE49-F238E27FC236}">
                <a16:creationId xmlns:a16="http://schemas.microsoft.com/office/drawing/2014/main" id="{8249AF7B-EF28-47EE-BE70-090742636AA3}"/>
              </a:ext>
            </a:extLst>
          </p:cNvPr>
          <p:cNvSpPr>
            <a:spLocks xmlns:a="http://schemas.openxmlformats.org/drawingml/2006/main" noGrp="1"/>
          </p:cNvSpPr>
          <p:nvPr/>
        </p:nvSpPr>
        <p:spPr>
          <a:xfrm xmlns:a="http://schemas.openxmlformats.org/drawingml/2006/main">
            <a:off x="781050" y="1905000"/>
            <a:ext cx="38100" cy="3505200"/>
          </a:xfrm>
          <a:prstGeom xmlns:a="http://schemas.openxmlformats.org/drawingml/2006/main" prst="rect">
            <a:avLst/>
          </a:prstGeom>
          <a:solidFill xmlns:a="http://schemas.openxmlformats.org/drawingml/2006/main">
            <a:srgbClr val="147571"/>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3F26C08-B67C-4B91-A631-D5F37A3D16BE}"/>
              </a:ext>
            </a:extLst>
          </p:cNvPr>
          <p:cNvSpPr>
            <a:spLocks xmlns:a="http://schemas.openxmlformats.org/drawingml/2006/main" noGrp="1"/>
          </p:cNvSpPr>
          <p:nvPr/>
        </p:nvSpPr>
        <p:spPr>
          <a:xfrm xmlns:a="http://schemas.openxmlformats.org/drawingml/2006/main">
            <a:off x="1047750" y="2076450"/>
            <a:ext cx="10096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울릉의 역사·관광자원으로 체험 콘텐츠를 기획하고 있어.</a:t>
            </a:r>
          </a:p>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대상은 울릉을 처음 알아보는 가족이야.</a:t>
            </a:r>
          </a:p>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아래 자료를 사용해 보드게임 1안과 체험형 교구 1안을 제안해줘.</a:t>
            </a:r>
          </a:p>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각 안의 경험, 이용자 행동, 완료 조건을 비교해줘.</a:t>
            </a:r>
          </a:p>
          <a:p xmlns:a="http://schemas.openxmlformats.org/drawingml/2006/main">
            <a:r>
              <a:t/>
            </a:r>
          </a:p>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지역의 사실은 자료에 근거하고, 창작 설정은 구분해줘.</a:t>
            </a:r>
          </a:p>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추천할 안과 이유를 먼저 제시하고, 중요한 질문만 해줘.</a:t>
            </a:r>
          </a:p>
        </p:txBody>
      </p:sp>
      <p:sp>
        <p:nvSpPr>
          <p:cNvPr id="7" name="">
            <a:extLst xmlns:a="http://schemas.openxmlformats.org/drawingml/2006/main">
              <a:ext uri="{FF2B5EF4-FFF2-40B4-BE49-F238E27FC236}">
                <a16:creationId xmlns:a16="http://schemas.microsoft.com/office/drawing/2014/main" id="{DD55155D-521F-4DB4-93E2-7B6BCC3F75DF}"/>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대상과 지역 소재는 우리 팀에 맞게 바꾸고, 자료를 함께 붙입니다.</a:t>
            </a:r>
          </a:p>
        </p:txBody>
      </p:sp>
    </p:spTree>
    <p:extLst>
      <p:ext uri="{BB962C8B-B14F-4D97-AF65-F5344CB8AC3E}">
        <p14:creationId xmlns:p14="http://schemas.microsoft.com/office/powerpoint/2010/main" val="1788067458"/>
      </p:ext>
    </p:extLst>
  </p:cSld>
</p:sld>
</file>

<file path=ppt/slides/slide9.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570112-CF01-46A6-8079-7BC7595EDAB6}"/>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16:05–16:15 · AI 기획 시연</a:t>
            </a:r>
          </a:p>
        </p:txBody>
      </p:sp>
      <p:sp>
        <p:nvSpPr>
          <p:cNvPr id="2" name="">
            <a:extLst xmlns:a="http://schemas.openxmlformats.org/drawingml/2006/main">
              <a:ext uri="{FF2B5EF4-FFF2-40B4-BE49-F238E27FC236}">
                <a16:creationId xmlns:a16="http://schemas.microsoft.com/office/drawing/2014/main" id="{2D5CCB18-BA5A-438C-B8B0-0F194913FD96}"/>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보드게임과 체험형 교구 제안</a:t>
            </a:r>
          </a:p>
        </p:txBody>
      </p:sp>
      <p:sp>
        <p:nvSpPr>
          <p:cNvPr id="3" name="">
            <a:extLst xmlns:a="http://schemas.openxmlformats.org/drawingml/2006/main">
              <a:ext uri="{FF2B5EF4-FFF2-40B4-BE49-F238E27FC236}">
                <a16:creationId xmlns:a16="http://schemas.microsoft.com/office/drawing/2014/main" id="{8A16A01F-90B1-450D-B40B-84217D5579BE}"/>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E0D49832-2E41-4944-8ACE-069E391156FD}"/>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09</a:t>
            </a:r>
          </a:p>
        </p:txBody>
      </p:sp>
      <p:sp>
        <p:nvSpPr>
          <p:cNvPr id="5" name="">
            <a:extLst xmlns:a="http://schemas.openxmlformats.org/drawingml/2006/main">
              <a:ext uri="{FF2B5EF4-FFF2-40B4-BE49-F238E27FC236}">
                <a16:creationId xmlns:a16="http://schemas.microsoft.com/office/drawing/2014/main" id="{3E32585B-3C90-458F-8E16-21F8A16FFF40}"/>
              </a:ext>
            </a:extLst>
          </p:cNvPr>
          <p:cNvSpPr>
            <a:spLocks xmlns:a="http://schemas.openxmlformats.org/drawingml/2006/main" noGrp="1"/>
          </p:cNvSpPr>
          <p:nvPr/>
        </p:nvSpPr>
        <p:spPr>
          <a:xfrm xmlns:a="http://schemas.openxmlformats.org/drawingml/2006/main">
            <a:off x="762000" y="217170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656C66"/>
                </a:solidFill>
                <a:latin typeface="Pretendard"/>
                <a:ea typeface="Pretendard"/>
                <a:cs typeface="Pretendard"/>
              </a:defRPr>
            </a:defPPr>
            <a:lvl1pPr algn="l">
              <a:defRPr sz="2025" b="1">
                <a:solidFill>
                  <a:srgbClr val="656C66"/>
                </a:solidFill>
                <a:latin typeface="Pretendard"/>
                <a:ea typeface="Pretendard"/>
                <a:cs typeface="Pretendard"/>
              </a:defRPr>
            </a:lvl1pPr>
            <a:lvl2pPr algn="l">
              <a:defRPr sz="2025" b="1">
                <a:solidFill>
                  <a:srgbClr val="656C66"/>
                </a:solidFill>
                <a:latin typeface="Pretendard"/>
                <a:ea typeface="Pretendard"/>
                <a:cs typeface="Pretendard"/>
              </a:defRPr>
            </a:lvl2pPr>
            <a:lvl3pPr algn="l">
              <a:defRPr sz="2025" b="1">
                <a:solidFill>
                  <a:srgbClr val="656C66"/>
                </a:solidFill>
                <a:latin typeface="Pretendard"/>
                <a:ea typeface="Pretendard"/>
                <a:cs typeface="Pretendard"/>
              </a:defRPr>
            </a:lvl3pPr>
            <a:lvl4pPr algn="l">
              <a:defRPr sz="2025" b="1">
                <a:solidFill>
                  <a:srgbClr val="656C66"/>
                </a:solidFill>
                <a:latin typeface="Pretendard"/>
                <a:ea typeface="Pretendard"/>
                <a:cs typeface="Pretendard"/>
              </a:defRPr>
            </a:lvl4pPr>
            <a:lvl5pPr algn="l">
              <a:defRPr sz="2025" b="1">
                <a:solidFill>
                  <a:srgbClr val="656C66"/>
                </a:solidFill>
                <a:latin typeface="Pretendard"/>
                <a:ea typeface="Pretendard"/>
                <a:cs typeface="Pretendard"/>
              </a:defRPr>
            </a:lvl5pPr>
            <a:lvl6pPr algn="l">
              <a:defRPr sz="2025" b="1">
                <a:solidFill>
                  <a:srgbClr val="656C66"/>
                </a:solidFill>
                <a:latin typeface="Pretendard"/>
                <a:ea typeface="Pretendard"/>
                <a:cs typeface="Pretendard"/>
              </a:defRPr>
            </a:lvl6pPr>
            <a:lvl7pPr algn="l">
              <a:defRPr sz="2025" b="1">
                <a:solidFill>
                  <a:srgbClr val="656C66"/>
                </a:solidFill>
                <a:latin typeface="Pretendard"/>
                <a:ea typeface="Pretendard"/>
                <a:cs typeface="Pretendard"/>
              </a:defRPr>
            </a:lvl7pPr>
            <a:lvl8pPr algn="l">
              <a:defRPr sz="2025" b="1">
                <a:solidFill>
                  <a:srgbClr val="656C66"/>
                </a:solidFill>
                <a:latin typeface="Pretendard"/>
                <a:ea typeface="Pretendard"/>
                <a:cs typeface="Pretendard"/>
              </a:defRPr>
            </a:lvl8pPr>
            <a:lvl9pPr algn="l">
              <a:defRPr sz="2025" b="1">
                <a:solidFill>
                  <a:srgbClr val="656C66"/>
                </a:solidFill>
                <a:latin typeface="Pretendard"/>
                <a:ea typeface="Pretendard"/>
                <a:cs typeface="Pretendard"/>
              </a:defRPr>
            </a:lvl9pPr>
          </a:lstStyle>
          <a:p xmlns:a="http://schemas.openxmlformats.org/drawingml/2006/main">
            <a:pPr algn="l">
              <a:lnSpc>
                <a:spcPct val="113000"/>
              </a:lnSpc>
              <a:buNone/>
              <a:defRPr sz="2025" b="1">
                <a:solidFill>
                  <a:srgbClr val="656C66"/>
                </a:solidFill>
                <a:latin typeface="Pretendard"/>
                <a:ea typeface="Pretendard"/>
                <a:cs typeface="Pretendard"/>
              </a:defRPr>
            </a:pPr>
            <a:r>
              <a:rPr sz="2025" b="1">
                <a:solidFill>
                  <a:srgbClr val="656C66"/>
                </a:solidFill>
                <a:latin typeface="Pretendard"/>
                <a:ea typeface="Pretendard"/>
                <a:cs typeface="Pretendard"/>
              </a:rPr>
              <a:t>지역 관광 보드게임</a:t>
            </a:r>
          </a:p>
        </p:txBody>
      </p:sp>
      <p:sp>
        <p:nvSpPr>
          <p:cNvPr id="6" name="">
            <a:extLst xmlns:a="http://schemas.openxmlformats.org/drawingml/2006/main">
              <a:ext uri="{FF2B5EF4-FFF2-40B4-BE49-F238E27FC236}">
                <a16:creationId xmlns:a16="http://schemas.microsoft.com/office/drawing/2014/main" id="{DC48403E-1C06-4464-9B6D-8EF1E771A052}"/>
              </a:ext>
            </a:extLst>
          </p:cNvPr>
          <p:cNvSpPr>
            <a:spLocks xmlns:a="http://schemas.openxmlformats.org/drawingml/2006/main" noGrp="1"/>
          </p:cNvSpPr>
          <p:nvPr/>
        </p:nvSpPr>
        <p:spPr>
          <a:xfrm xmlns:a="http://schemas.openxmlformats.org/drawingml/2006/main">
            <a:off x="6572250" y="217170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울릉 이야기 전시판</a:t>
            </a:r>
          </a:p>
        </p:txBody>
      </p:sp>
      <p:sp>
        <p:nvSpPr>
          <p:cNvPr id="7" name="">
            <a:extLst xmlns:a="http://schemas.openxmlformats.org/drawingml/2006/main">
              <a:ext uri="{FF2B5EF4-FFF2-40B4-BE49-F238E27FC236}">
                <a16:creationId xmlns:a16="http://schemas.microsoft.com/office/drawing/2014/main" id="{9EEBC446-7E18-4BAD-9513-C9B0144EE8C4}"/>
              </a:ext>
            </a:extLst>
          </p:cNvPr>
          <p:cNvSpPr>
            <a:spLocks xmlns:a="http://schemas.openxmlformats.org/drawingml/2006/main" noGrp="1"/>
          </p:cNvSpPr>
          <p:nvPr/>
        </p:nvSpPr>
        <p:spPr>
          <a:xfrm xmlns:a="http://schemas.openxmlformats.org/drawingml/2006/main">
            <a:off x="6076950" y="2171700"/>
            <a:ext cx="14288" cy="2952750"/>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462E909-E81A-46FE-A997-7E7010F7F0A6}"/>
              </a:ext>
            </a:extLst>
          </p:cNvPr>
          <p:cNvSpPr>
            <a:spLocks xmlns:a="http://schemas.openxmlformats.org/drawingml/2006/main" noGrp="1"/>
          </p:cNvSpPr>
          <p:nvPr/>
        </p:nvSpPr>
        <p:spPr>
          <a:xfrm xmlns:a="http://schemas.openxmlformats.org/drawingml/2006/main">
            <a:off x="762000" y="2819400"/>
            <a:ext cx="4857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236"/>
                </a:solidFill>
                <a:latin typeface="Pretendard"/>
                <a:ea typeface="Pretendard"/>
                <a:cs typeface="Pretendard"/>
              </a:defRPr>
            </a:defPPr>
            <a:lvl1pPr algn="l">
              <a:defRPr sz="2175" b="0">
                <a:solidFill>
                  <a:srgbClr val="173236"/>
                </a:solidFill>
                <a:latin typeface="Pretendard"/>
                <a:ea typeface="Pretendard"/>
                <a:cs typeface="Pretendard"/>
              </a:defRPr>
            </a:lvl1pPr>
            <a:lvl2pPr algn="l">
              <a:defRPr sz="2175" b="0">
                <a:solidFill>
                  <a:srgbClr val="173236"/>
                </a:solidFill>
                <a:latin typeface="Pretendard"/>
                <a:ea typeface="Pretendard"/>
                <a:cs typeface="Pretendard"/>
              </a:defRPr>
            </a:lvl2pPr>
            <a:lvl3pPr algn="l">
              <a:defRPr sz="2175" b="0">
                <a:solidFill>
                  <a:srgbClr val="173236"/>
                </a:solidFill>
                <a:latin typeface="Pretendard"/>
                <a:ea typeface="Pretendard"/>
                <a:cs typeface="Pretendard"/>
              </a:defRPr>
            </a:lvl3pPr>
            <a:lvl4pPr algn="l">
              <a:defRPr sz="2175" b="0">
                <a:solidFill>
                  <a:srgbClr val="173236"/>
                </a:solidFill>
                <a:latin typeface="Pretendard"/>
                <a:ea typeface="Pretendard"/>
                <a:cs typeface="Pretendard"/>
              </a:defRPr>
            </a:lvl4pPr>
            <a:lvl5pPr algn="l">
              <a:defRPr sz="2175" b="0">
                <a:solidFill>
                  <a:srgbClr val="173236"/>
                </a:solidFill>
                <a:latin typeface="Pretendard"/>
                <a:ea typeface="Pretendard"/>
                <a:cs typeface="Pretendard"/>
              </a:defRPr>
            </a:lvl5pPr>
            <a:lvl6pPr algn="l">
              <a:defRPr sz="2175" b="0">
                <a:solidFill>
                  <a:srgbClr val="173236"/>
                </a:solidFill>
                <a:latin typeface="Pretendard"/>
                <a:ea typeface="Pretendard"/>
                <a:cs typeface="Pretendard"/>
              </a:defRPr>
            </a:lvl6pPr>
            <a:lvl7pPr algn="l">
              <a:defRPr sz="2175" b="0">
                <a:solidFill>
                  <a:srgbClr val="173236"/>
                </a:solidFill>
                <a:latin typeface="Pretendard"/>
                <a:ea typeface="Pretendard"/>
                <a:cs typeface="Pretendard"/>
              </a:defRPr>
            </a:lvl7pPr>
            <a:lvl8pPr algn="l">
              <a:defRPr sz="2175" b="0">
                <a:solidFill>
                  <a:srgbClr val="173236"/>
                </a:solidFill>
                <a:latin typeface="Pretendard"/>
                <a:ea typeface="Pretendard"/>
                <a:cs typeface="Pretendard"/>
              </a:defRPr>
            </a:lvl8pPr>
            <a:lvl9pPr algn="l">
              <a:defRPr sz="2175" b="0">
                <a:solidFill>
                  <a:srgbClr val="173236"/>
                </a:solidFill>
                <a:latin typeface="Pretendard"/>
                <a:ea typeface="Pretendard"/>
                <a:cs typeface="Pretendard"/>
              </a:defRPr>
            </a:lvl9pPr>
          </a:lstStyle>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경로와 장소 카드를 선택</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지역 정보를 읽어 미션 수행</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여행 목표를 먼저 달성하면 끝</a:t>
            </a:r>
          </a:p>
        </p:txBody>
      </p:sp>
      <p:sp>
        <p:nvSpPr>
          <p:cNvPr id="9" name="">
            <a:extLst xmlns:a="http://schemas.openxmlformats.org/drawingml/2006/main">
              <a:ext uri="{FF2B5EF4-FFF2-40B4-BE49-F238E27FC236}">
                <a16:creationId xmlns:a16="http://schemas.microsoft.com/office/drawing/2014/main" id="{A82F7DD2-01B3-4C87-8F25-550861913E34}"/>
              </a:ext>
            </a:extLst>
          </p:cNvPr>
          <p:cNvSpPr>
            <a:spLocks xmlns:a="http://schemas.openxmlformats.org/drawingml/2006/main" noGrp="1"/>
          </p:cNvSpPr>
          <p:nvPr/>
        </p:nvSpPr>
        <p:spPr>
          <a:xfrm xmlns:a="http://schemas.openxmlformats.org/drawingml/2006/main">
            <a:off x="6572250" y="2819400"/>
            <a:ext cx="4857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236"/>
                </a:solidFill>
                <a:latin typeface="Pretendard"/>
                <a:ea typeface="Pretendard"/>
                <a:cs typeface="Pretendard"/>
              </a:defRPr>
            </a:defPPr>
            <a:lvl1pPr algn="l">
              <a:defRPr sz="2175" b="0">
                <a:solidFill>
                  <a:srgbClr val="173236"/>
                </a:solidFill>
                <a:latin typeface="Pretendard"/>
                <a:ea typeface="Pretendard"/>
                <a:cs typeface="Pretendard"/>
              </a:defRPr>
            </a:lvl1pPr>
            <a:lvl2pPr algn="l">
              <a:defRPr sz="2175" b="0">
                <a:solidFill>
                  <a:srgbClr val="173236"/>
                </a:solidFill>
                <a:latin typeface="Pretendard"/>
                <a:ea typeface="Pretendard"/>
                <a:cs typeface="Pretendard"/>
              </a:defRPr>
            </a:lvl2pPr>
            <a:lvl3pPr algn="l">
              <a:defRPr sz="2175" b="0">
                <a:solidFill>
                  <a:srgbClr val="173236"/>
                </a:solidFill>
                <a:latin typeface="Pretendard"/>
                <a:ea typeface="Pretendard"/>
                <a:cs typeface="Pretendard"/>
              </a:defRPr>
            </a:lvl3pPr>
            <a:lvl4pPr algn="l">
              <a:defRPr sz="2175" b="0">
                <a:solidFill>
                  <a:srgbClr val="173236"/>
                </a:solidFill>
                <a:latin typeface="Pretendard"/>
                <a:ea typeface="Pretendard"/>
                <a:cs typeface="Pretendard"/>
              </a:defRPr>
            </a:lvl4pPr>
            <a:lvl5pPr algn="l">
              <a:defRPr sz="2175" b="0">
                <a:solidFill>
                  <a:srgbClr val="173236"/>
                </a:solidFill>
                <a:latin typeface="Pretendard"/>
                <a:ea typeface="Pretendard"/>
                <a:cs typeface="Pretendard"/>
              </a:defRPr>
            </a:lvl5pPr>
            <a:lvl6pPr algn="l">
              <a:defRPr sz="2175" b="0">
                <a:solidFill>
                  <a:srgbClr val="173236"/>
                </a:solidFill>
                <a:latin typeface="Pretendard"/>
                <a:ea typeface="Pretendard"/>
                <a:cs typeface="Pretendard"/>
              </a:defRPr>
            </a:lvl6pPr>
            <a:lvl7pPr algn="l">
              <a:defRPr sz="2175" b="0">
                <a:solidFill>
                  <a:srgbClr val="173236"/>
                </a:solidFill>
                <a:latin typeface="Pretendard"/>
                <a:ea typeface="Pretendard"/>
                <a:cs typeface="Pretendard"/>
              </a:defRPr>
            </a:lvl7pPr>
            <a:lvl8pPr algn="l">
              <a:defRPr sz="2175" b="0">
                <a:solidFill>
                  <a:srgbClr val="173236"/>
                </a:solidFill>
                <a:latin typeface="Pretendard"/>
                <a:ea typeface="Pretendard"/>
                <a:cs typeface="Pretendard"/>
              </a:defRPr>
            </a:lvl8pPr>
            <a:lvl9pPr algn="l">
              <a:defRPr sz="2175" b="0">
                <a:solidFill>
                  <a:srgbClr val="173236"/>
                </a:solidFill>
                <a:latin typeface="Pretendard"/>
                <a:ea typeface="Pretendard"/>
                <a:cs typeface="Pretendard"/>
              </a:defRPr>
            </a:lvl9pPr>
          </a:lstStyle>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자료와 질문 카드를 선택</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자료를 배치하고 관계 설명</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출처와 선택 이유를 설명하면 완료</a:t>
            </a:r>
          </a:p>
        </p:txBody>
      </p:sp>
      <p:sp>
        <p:nvSpPr>
          <p:cNvPr id="10" name="">
            <a:extLst xmlns:a="http://schemas.openxmlformats.org/drawingml/2006/main">
              <a:ext uri="{FF2B5EF4-FFF2-40B4-BE49-F238E27FC236}">
                <a16:creationId xmlns:a16="http://schemas.microsoft.com/office/drawing/2014/main" id="{A0185626-FE4E-449B-80FD-E8457612117F}"/>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수업용 기획 예시 · 우리 팀이 주고 싶은 경험으로 선택합니다.</a:t>
            </a:r>
          </a:p>
        </p:txBody>
      </p:sp>
    </p:spTree>
    <p:extLst>
      <p:ext uri="{BB962C8B-B14F-4D97-AF65-F5344CB8AC3E}">
        <p14:creationId xmlns:p14="http://schemas.microsoft.com/office/powerpoint/2010/main" val="40458729"/>
      </p:ext>
    </p:extLst>
  </p:cSld>
</p:sld>
</file>

<file path=ppt/slides/slide10.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5FBBAA-DC83-4569-99C2-D5F8294EB865}"/>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16:05–16:15 · AI 기획 시연</a:t>
            </a:r>
          </a:p>
        </p:txBody>
      </p:sp>
      <p:sp>
        <p:nvSpPr>
          <p:cNvPr id="2" name="">
            <a:extLst xmlns:a="http://schemas.openxmlformats.org/drawingml/2006/main">
              <a:ext uri="{FF2B5EF4-FFF2-40B4-BE49-F238E27FC236}">
                <a16:creationId xmlns:a16="http://schemas.microsoft.com/office/drawing/2014/main" id="{3663F8D3-3443-44AD-B5B1-92B7927BD714}"/>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고른 안을 구체적으로 수정하기</a:t>
            </a:r>
          </a:p>
        </p:txBody>
      </p:sp>
      <p:sp>
        <p:nvSpPr>
          <p:cNvPr id="3" name="">
            <a:extLst xmlns:a="http://schemas.openxmlformats.org/drawingml/2006/main">
              <a:ext uri="{FF2B5EF4-FFF2-40B4-BE49-F238E27FC236}">
                <a16:creationId xmlns:a16="http://schemas.microsoft.com/office/drawing/2014/main" id="{E1EB4FCD-2D68-4C8B-B0CE-F42AB5B7C90D}"/>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7243770B-EC84-4370-A0C0-28C311D00FA8}"/>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10</a:t>
            </a:r>
          </a:p>
        </p:txBody>
      </p:sp>
      <p:sp>
        <p:nvSpPr>
          <p:cNvPr id="5" name="">
            <a:extLst xmlns:a="http://schemas.openxmlformats.org/drawingml/2006/main">
              <a:ext uri="{FF2B5EF4-FFF2-40B4-BE49-F238E27FC236}">
                <a16:creationId xmlns:a16="http://schemas.microsoft.com/office/drawing/2014/main" id="{642B9A70-0A59-4603-9AA1-24D5DFE02726}"/>
              </a:ext>
            </a:extLst>
          </p:cNvPr>
          <p:cNvSpPr>
            <a:spLocks xmlns:a="http://schemas.openxmlformats.org/drawingml/2006/main" noGrp="1"/>
          </p:cNvSpPr>
          <p:nvPr/>
        </p:nvSpPr>
        <p:spPr>
          <a:xfrm xmlns:a="http://schemas.openxmlformats.org/drawingml/2006/main">
            <a:off x="762000" y="217170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656C66"/>
                </a:solidFill>
                <a:latin typeface="Pretendard"/>
                <a:ea typeface="Pretendard"/>
                <a:cs typeface="Pretendard"/>
              </a:defRPr>
            </a:defPPr>
            <a:lvl1pPr algn="l">
              <a:defRPr sz="2025" b="1">
                <a:solidFill>
                  <a:srgbClr val="656C66"/>
                </a:solidFill>
                <a:latin typeface="Pretendard"/>
                <a:ea typeface="Pretendard"/>
                <a:cs typeface="Pretendard"/>
              </a:defRPr>
            </a:lvl1pPr>
            <a:lvl2pPr algn="l">
              <a:defRPr sz="2025" b="1">
                <a:solidFill>
                  <a:srgbClr val="656C66"/>
                </a:solidFill>
                <a:latin typeface="Pretendard"/>
                <a:ea typeface="Pretendard"/>
                <a:cs typeface="Pretendard"/>
              </a:defRPr>
            </a:lvl2pPr>
            <a:lvl3pPr algn="l">
              <a:defRPr sz="2025" b="1">
                <a:solidFill>
                  <a:srgbClr val="656C66"/>
                </a:solidFill>
                <a:latin typeface="Pretendard"/>
                <a:ea typeface="Pretendard"/>
                <a:cs typeface="Pretendard"/>
              </a:defRPr>
            </a:lvl3pPr>
            <a:lvl4pPr algn="l">
              <a:defRPr sz="2025" b="1">
                <a:solidFill>
                  <a:srgbClr val="656C66"/>
                </a:solidFill>
                <a:latin typeface="Pretendard"/>
                <a:ea typeface="Pretendard"/>
                <a:cs typeface="Pretendard"/>
              </a:defRPr>
            </a:lvl4pPr>
            <a:lvl5pPr algn="l">
              <a:defRPr sz="2025" b="1">
                <a:solidFill>
                  <a:srgbClr val="656C66"/>
                </a:solidFill>
                <a:latin typeface="Pretendard"/>
                <a:ea typeface="Pretendard"/>
                <a:cs typeface="Pretendard"/>
              </a:defRPr>
            </a:lvl5pPr>
            <a:lvl6pPr algn="l">
              <a:defRPr sz="2025" b="1">
                <a:solidFill>
                  <a:srgbClr val="656C66"/>
                </a:solidFill>
                <a:latin typeface="Pretendard"/>
                <a:ea typeface="Pretendard"/>
                <a:cs typeface="Pretendard"/>
              </a:defRPr>
            </a:lvl6pPr>
            <a:lvl7pPr algn="l">
              <a:defRPr sz="2025" b="1">
                <a:solidFill>
                  <a:srgbClr val="656C66"/>
                </a:solidFill>
                <a:latin typeface="Pretendard"/>
                <a:ea typeface="Pretendard"/>
                <a:cs typeface="Pretendard"/>
              </a:defRPr>
            </a:lvl7pPr>
            <a:lvl8pPr algn="l">
              <a:defRPr sz="2025" b="1">
                <a:solidFill>
                  <a:srgbClr val="656C66"/>
                </a:solidFill>
                <a:latin typeface="Pretendard"/>
                <a:ea typeface="Pretendard"/>
                <a:cs typeface="Pretendard"/>
              </a:defRPr>
            </a:lvl8pPr>
            <a:lvl9pPr algn="l">
              <a:defRPr sz="2025" b="1">
                <a:solidFill>
                  <a:srgbClr val="656C66"/>
                </a:solidFill>
                <a:latin typeface="Pretendard"/>
                <a:ea typeface="Pretendard"/>
                <a:cs typeface="Pretendard"/>
              </a:defRPr>
            </a:lvl9pPr>
          </a:lstStyle>
          <a:p xmlns:a="http://schemas.openxmlformats.org/drawingml/2006/main">
            <a:pPr algn="l">
              <a:lnSpc>
                <a:spcPct val="113000"/>
              </a:lnSpc>
              <a:buNone/>
              <a:defRPr sz="2025" b="1">
                <a:solidFill>
                  <a:srgbClr val="656C66"/>
                </a:solidFill>
                <a:latin typeface="Pretendard"/>
                <a:ea typeface="Pretendard"/>
                <a:cs typeface="Pretendard"/>
              </a:defRPr>
            </a:pPr>
            <a:r>
              <a:rPr sz="2025" b="1">
                <a:solidFill>
                  <a:srgbClr val="656C66"/>
                </a:solidFill>
                <a:latin typeface="Pretendard"/>
                <a:ea typeface="Pretendard"/>
                <a:cs typeface="Pretendard"/>
              </a:rPr>
              <a:t>처음 요청</a:t>
            </a:r>
          </a:p>
        </p:txBody>
      </p:sp>
      <p:sp>
        <p:nvSpPr>
          <p:cNvPr id="6" name="">
            <a:extLst xmlns:a="http://schemas.openxmlformats.org/drawingml/2006/main">
              <a:ext uri="{FF2B5EF4-FFF2-40B4-BE49-F238E27FC236}">
                <a16:creationId xmlns:a16="http://schemas.microsoft.com/office/drawing/2014/main" id="{5849A705-236F-4078-9B72-27711E453B0D}"/>
              </a:ext>
            </a:extLst>
          </p:cNvPr>
          <p:cNvSpPr>
            <a:spLocks xmlns:a="http://schemas.openxmlformats.org/drawingml/2006/main" noGrp="1"/>
          </p:cNvSpPr>
          <p:nvPr/>
        </p:nvSpPr>
        <p:spPr>
          <a:xfrm xmlns:a="http://schemas.openxmlformats.org/drawingml/2006/main">
            <a:off x="6572250" y="217170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수정할 부분을 알려준 요청</a:t>
            </a:r>
          </a:p>
        </p:txBody>
      </p:sp>
      <p:sp>
        <p:nvSpPr>
          <p:cNvPr id="7" name="">
            <a:extLst xmlns:a="http://schemas.openxmlformats.org/drawingml/2006/main">
              <a:ext uri="{FF2B5EF4-FFF2-40B4-BE49-F238E27FC236}">
                <a16:creationId xmlns:a16="http://schemas.microsoft.com/office/drawing/2014/main" id="{0950B731-5FBD-485F-9F49-B69743659B78}"/>
              </a:ext>
            </a:extLst>
          </p:cNvPr>
          <p:cNvSpPr>
            <a:spLocks xmlns:a="http://schemas.openxmlformats.org/drawingml/2006/main" noGrp="1"/>
          </p:cNvSpPr>
          <p:nvPr/>
        </p:nvSpPr>
        <p:spPr>
          <a:xfrm xmlns:a="http://schemas.openxmlformats.org/drawingml/2006/main">
            <a:off x="6076950" y="2171700"/>
            <a:ext cx="14288" cy="2952750"/>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9123E01-A613-48FD-9B0D-6A02E7DEBA0D}"/>
              </a:ext>
            </a:extLst>
          </p:cNvPr>
          <p:cNvSpPr>
            <a:spLocks xmlns:a="http://schemas.openxmlformats.org/drawingml/2006/main" noGrp="1"/>
          </p:cNvSpPr>
          <p:nvPr/>
        </p:nvSpPr>
        <p:spPr>
          <a:xfrm xmlns:a="http://schemas.openxmlformats.org/drawingml/2006/main">
            <a:off x="762000" y="2819400"/>
            <a:ext cx="4857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236"/>
                </a:solidFill>
                <a:latin typeface="Pretendard"/>
                <a:ea typeface="Pretendard"/>
                <a:cs typeface="Pretendard"/>
              </a:defRPr>
            </a:defPPr>
            <a:lvl1pPr algn="l">
              <a:defRPr sz="2250" b="0">
                <a:solidFill>
                  <a:srgbClr val="173236"/>
                </a:solidFill>
                <a:latin typeface="Pretendard"/>
                <a:ea typeface="Pretendard"/>
                <a:cs typeface="Pretendard"/>
              </a:defRPr>
            </a:lvl1pPr>
            <a:lvl2pPr algn="l">
              <a:defRPr sz="2250" b="0">
                <a:solidFill>
                  <a:srgbClr val="173236"/>
                </a:solidFill>
                <a:latin typeface="Pretendard"/>
                <a:ea typeface="Pretendard"/>
                <a:cs typeface="Pretendard"/>
              </a:defRPr>
            </a:lvl2pPr>
            <a:lvl3pPr algn="l">
              <a:defRPr sz="2250" b="0">
                <a:solidFill>
                  <a:srgbClr val="173236"/>
                </a:solidFill>
                <a:latin typeface="Pretendard"/>
                <a:ea typeface="Pretendard"/>
                <a:cs typeface="Pretendard"/>
              </a:defRPr>
            </a:lvl3pPr>
            <a:lvl4pPr algn="l">
              <a:defRPr sz="2250" b="0">
                <a:solidFill>
                  <a:srgbClr val="173236"/>
                </a:solidFill>
                <a:latin typeface="Pretendard"/>
                <a:ea typeface="Pretendard"/>
                <a:cs typeface="Pretendard"/>
              </a:defRPr>
            </a:lvl4pPr>
            <a:lvl5pPr algn="l">
              <a:defRPr sz="2250" b="0">
                <a:solidFill>
                  <a:srgbClr val="173236"/>
                </a:solidFill>
                <a:latin typeface="Pretendard"/>
                <a:ea typeface="Pretendard"/>
                <a:cs typeface="Pretendard"/>
              </a:defRPr>
            </a:lvl5pPr>
            <a:lvl6pPr algn="l">
              <a:defRPr sz="2250" b="0">
                <a:solidFill>
                  <a:srgbClr val="173236"/>
                </a:solidFill>
                <a:latin typeface="Pretendard"/>
                <a:ea typeface="Pretendard"/>
                <a:cs typeface="Pretendard"/>
              </a:defRPr>
            </a:lvl6pPr>
            <a:lvl7pPr algn="l">
              <a:defRPr sz="2250" b="0">
                <a:solidFill>
                  <a:srgbClr val="173236"/>
                </a:solidFill>
                <a:latin typeface="Pretendard"/>
                <a:ea typeface="Pretendard"/>
                <a:cs typeface="Pretendard"/>
              </a:defRPr>
            </a:lvl7pPr>
            <a:lvl8pPr algn="l">
              <a:defRPr sz="2250" b="0">
                <a:solidFill>
                  <a:srgbClr val="173236"/>
                </a:solidFill>
                <a:latin typeface="Pretendard"/>
                <a:ea typeface="Pretendard"/>
                <a:cs typeface="Pretendard"/>
              </a:defRPr>
            </a:lvl8pPr>
            <a:lvl9pPr algn="l">
              <a:defRPr sz="2250" b="0">
                <a:solidFill>
                  <a:srgbClr val="173236"/>
                </a:solidFill>
                <a:latin typeface="Pretendard"/>
                <a:ea typeface="Pretendard"/>
                <a:cs typeface="Pretendard"/>
              </a:defRPr>
            </a:lvl9pPr>
          </a:lstStyle>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“지역 관광 게임을</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더 재미있게 해줘.”</a:t>
            </a:r>
          </a:p>
        </p:txBody>
      </p:sp>
      <p:sp>
        <p:nvSpPr>
          <p:cNvPr id="9" name="">
            <a:extLst xmlns:a="http://schemas.openxmlformats.org/drawingml/2006/main">
              <a:ext uri="{FF2B5EF4-FFF2-40B4-BE49-F238E27FC236}">
                <a16:creationId xmlns:a16="http://schemas.microsoft.com/office/drawing/2014/main" id="{57713BC3-19AC-4358-AA48-CB3828C28F26}"/>
              </a:ext>
            </a:extLst>
          </p:cNvPr>
          <p:cNvSpPr>
            <a:spLocks xmlns:a="http://schemas.openxmlformats.org/drawingml/2006/main" noGrp="1"/>
          </p:cNvSpPr>
          <p:nvPr/>
        </p:nvSpPr>
        <p:spPr>
          <a:xfrm xmlns:a="http://schemas.openxmlformats.org/drawingml/2006/main">
            <a:off x="6572250" y="2819400"/>
            <a:ext cx="4857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236"/>
                </a:solidFill>
                <a:latin typeface="Pretendard"/>
                <a:ea typeface="Pretendard"/>
                <a:cs typeface="Pretendard"/>
              </a:defRPr>
            </a:defPPr>
            <a:lvl1pPr algn="l">
              <a:defRPr sz="2250" b="0">
                <a:solidFill>
                  <a:srgbClr val="173236"/>
                </a:solidFill>
                <a:latin typeface="Pretendard"/>
                <a:ea typeface="Pretendard"/>
                <a:cs typeface="Pretendard"/>
              </a:defRPr>
            </a:lvl1pPr>
            <a:lvl2pPr algn="l">
              <a:defRPr sz="2250" b="0">
                <a:solidFill>
                  <a:srgbClr val="173236"/>
                </a:solidFill>
                <a:latin typeface="Pretendard"/>
                <a:ea typeface="Pretendard"/>
                <a:cs typeface="Pretendard"/>
              </a:defRPr>
            </a:lvl2pPr>
            <a:lvl3pPr algn="l">
              <a:defRPr sz="2250" b="0">
                <a:solidFill>
                  <a:srgbClr val="173236"/>
                </a:solidFill>
                <a:latin typeface="Pretendard"/>
                <a:ea typeface="Pretendard"/>
                <a:cs typeface="Pretendard"/>
              </a:defRPr>
            </a:lvl3pPr>
            <a:lvl4pPr algn="l">
              <a:defRPr sz="2250" b="0">
                <a:solidFill>
                  <a:srgbClr val="173236"/>
                </a:solidFill>
                <a:latin typeface="Pretendard"/>
                <a:ea typeface="Pretendard"/>
                <a:cs typeface="Pretendard"/>
              </a:defRPr>
            </a:lvl4pPr>
            <a:lvl5pPr algn="l">
              <a:defRPr sz="2250" b="0">
                <a:solidFill>
                  <a:srgbClr val="173236"/>
                </a:solidFill>
                <a:latin typeface="Pretendard"/>
                <a:ea typeface="Pretendard"/>
                <a:cs typeface="Pretendard"/>
              </a:defRPr>
            </a:lvl5pPr>
            <a:lvl6pPr algn="l">
              <a:defRPr sz="2250" b="0">
                <a:solidFill>
                  <a:srgbClr val="173236"/>
                </a:solidFill>
                <a:latin typeface="Pretendard"/>
                <a:ea typeface="Pretendard"/>
                <a:cs typeface="Pretendard"/>
              </a:defRPr>
            </a:lvl6pPr>
            <a:lvl7pPr algn="l">
              <a:defRPr sz="2250" b="0">
                <a:solidFill>
                  <a:srgbClr val="173236"/>
                </a:solidFill>
                <a:latin typeface="Pretendard"/>
                <a:ea typeface="Pretendard"/>
                <a:cs typeface="Pretendard"/>
              </a:defRPr>
            </a:lvl7pPr>
            <a:lvl8pPr algn="l">
              <a:defRPr sz="2250" b="0">
                <a:solidFill>
                  <a:srgbClr val="173236"/>
                </a:solidFill>
                <a:latin typeface="Pretendard"/>
                <a:ea typeface="Pretendard"/>
                <a:cs typeface="Pretendard"/>
              </a:defRPr>
            </a:lvl8pPr>
            <a:lvl9pPr algn="l">
              <a:defRPr sz="2250" b="0">
                <a:solidFill>
                  <a:srgbClr val="173236"/>
                </a:solidFill>
                <a:latin typeface="Pretendard"/>
                <a:ea typeface="Pretendard"/>
                <a:cs typeface="Pretendard"/>
              </a:defRPr>
            </a:lvl9pPr>
          </a:lstStyle>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“여행 경주는 유지하되</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상식 퀴즈의 비중을 줄여줘.</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장소의 특징을 비교해</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경로를 고르는 선택을 넣어줘.”</a:t>
            </a:r>
          </a:p>
        </p:txBody>
      </p:sp>
      <p:sp>
        <p:nvSpPr>
          <p:cNvPr id="10" name="">
            <a:extLst xmlns:a="http://schemas.openxmlformats.org/drawingml/2006/main">
              <a:ext uri="{FF2B5EF4-FFF2-40B4-BE49-F238E27FC236}">
                <a16:creationId xmlns:a16="http://schemas.microsoft.com/office/drawing/2014/main" id="{043F4EA8-C8FD-4CD2-AB64-7A7196893A3B}"/>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무엇을 유지하고, 무엇을 왜 바꿀지 함께 말합니다.</a:t>
            </a:r>
          </a:p>
        </p:txBody>
      </p:sp>
    </p:spTree>
    <p:extLst>
      <p:ext uri="{BB962C8B-B14F-4D97-AF65-F5344CB8AC3E}">
        <p14:creationId xmlns:p14="http://schemas.microsoft.com/office/powerpoint/2010/main" val="1363895666"/>
      </p:ext>
    </p:extLst>
  </p:cSld>
</p:sld>
</file>

<file path=ppt/slides/slide11.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038E291-CFB2-43FD-B793-113A9F3F0E4F}"/>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16:15–16:30 · 팀별 기획안</a:t>
            </a:r>
          </a:p>
        </p:txBody>
      </p:sp>
      <p:sp>
        <p:nvSpPr>
          <p:cNvPr id="2" name="">
            <a:extLst xmlns:a="http://schemas.openxmlformats.org/drawingml/2006/main">
              <a:ext uri="{FF2B5EF4-FFF2-40B4-BE49-F238E27FC236}">
                <a16:creationId xmlns:a16="http://schemas.microsoft.com/office/drawing/2014/main" id="{F4D11069-D909-4DE7-B959-5EF819BF7528}"/>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기획안의 네 항목</a:t>
            </a:r>
          </a:p>
        </p:txBody>
      </p:sp>
      <p:sp>
        <p:nvSpPr>
          <p:cNvPr id="3" name="">
            <a:extLst xmlns:a="http://schemas.openxmlformats.org/drawingml/2006/main">
              <a:ext uri="{FF2B5EF4-FFF2-40B4-BE49-F238E27FC236}">
                <a16:creationId xmlns:a16="http://schemas.microsoft.com/office/drawing/2014/main" id="{62261C98-8E8D-4505-B88A-BD038D4958E1}"/>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70FF9CD5-5E5F-4805-A850-D34488977A6B}"/>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11</a:t>
            </a:r>
          </a:p>
        </p:txBody>
      </p:sp>
      <p:sp>
        <p:nvSpPr>
          <p:cNvPr id="5" name="">
            <a:extLst xmlns:a="http://schemas.openxmlformats.org/drawingml/2006/main">
              <a:ext uri="{FF2B5EF4-FFF2-40B4-BE49-F238E27FC236}">
                <a16:creationId xmlns:a16="http://schemas.microsoft.com/office/drawing/2014/main" id="{B3BA98A4-3721-4AAA-8A32-D241D2EF8756}"/>
              </a:ext>
            </a:extLst>
          </p:cNvPr>
          <p:cNvSpPr>
            <a:spLocks xmlns:a="http://schemas.openxmlformats.org/drawingml/2006/main" noGrp="1"/>
          </p:cNvSpPr>
          <p:nvPr/>
        </p:nvSpPr>
        <p:spPr>
          <a:xfrm xmlns:a="http://schemas.openxmlformats.org/drawingml/2006/main">
            <a:off x="762000" y="2095500"/>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대상과 상황</a:t>
            </a:r>
          </a:p>
        </p:txBody>
      </p:sp>
      <p:sp>
        <p:nvSpPr>
          <p:cNvPr id="6" name="">
            <a:extLst xmlns:a="http://schemas.openxmlformats.org/drawingml/2006/main">
              <a:ext uri="{FF2B5EF4-FFF2-40B4-BE49-F238E27FC236}">
                <a16:creationId xmlns:a16="http://schemas.microsoft.com/office/drawing/2014/main" id="{8C533BF1-F1A0-46A8-A432-86C2DD4AE01C}"/>
              </a:ext>
            </a:extLst>
          </p:cNvPr>
          <p:cNvSpPr>
            <a:spLocks xmlns:a="http://schemas.openxmlformats.org/drawingml/2006/main" noGrp="1"/>
          </p:cNvSpPr>
          <p:nvPr/>
        </p:nvSpPr>
        <p:spPr>
          <a:xfrm xmlns:a="http://schemas.openxmlformats.org/drawingml/2006/main">
            <a:off x="2619375" y="2095500"/>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누가 어디에서 이 콘텐츠를 사용할까요?</a:t>
            </a:r>
          </a:p>
        </p:txBody>
      </p:sp>
      <p:sp>
        <p:nvSpPr>
          <p:cNvPr id="7" name="">
            <a:extLst xmlns:a="http://schemas.openxmlformats.org/drawingml/2006/main">
              <a:ext uri="{FF2B5EF4-FFF2-40B4-BE49-F238E27FC236}">
                <a16:creationId xmlns:a16="http://schemas.microsoft.com/office/drawing/2014/main" id="{8DE9488E-51A8-4B42-8D6B-E350E6641772}"/>
              </a:ext>
            </a:extLst>
          </p:cNvPr>
          <p:cNvSpPr>
            <a:spLocks xmlns:a="http://schemas.openxmlformats.org/drawingml/2006/main" noGrp="1"/>
          </p:cNvSpPr>
          <p:nvPr/>
        </p:nvSpPr>
        <p:spPr>
          <a:xfrm xmlns:a="http://schemas.openxmlformats.org/drawingml/2006/main">
            <a:off x="762000" y="28670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1245E36-D3B1-4B85-98FD-75A676F48DE0}"/>
              </a:ext>
            </a:extLst>
          </p:cNvPr>
          <p:cNvSpPr>
            <a:spLocks xmlns:a="http://schemas.openxmlformats.org/drawingml/2006/main" noGrp="1"/>
          </p:cNvSpPr>
          <p:nvPr/>
        </p:nvSpPr>
        <p:spPr>
          <a:xfrm xmlns:a="http://schemas.openxmlformats.org/drawingml/2006/main">
            <a:off x="762000" y="3057525"/>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역사·관광 소재</a:t>
            </a:r>
          </a:p>
        </p:txBody>
      </p:sp>
      <p:sp>
        <p:nvSpPr>
          <p:cNvPr id="9" name="">
            <a:extLst xmlns:a="http://schemas.openxmlformats.org/drawingml/2006/main">
              <a:ext uri="{FF2B5EF4-FFF2-40B4-BE49-F238E27FC236}">
                <a16:creationId xmlns:a16="http://schemas.microsoft.com/office/drawing/2014/main" id="{AE8C6466-D9E1-4C72-B9BC-DBC6CF39937B}"/>
              </a:ext>
            </a:extLst>
          </p:cNvPr>
          <p:cNvSpPr>
            <a:spLocks xmlns:a="http://schemas.openxmlformats.org/drawingml/2006/main" noGrp="1"/>
          </p:cNvSpPr>
          <p:nvPr/>
        </p:nvSpPr>
        <p:spPr>
          <a:xfrm xmlns:a="http://schemas.openxmlformats.org/drawingml/2006/main">
            <a:off x="2619375" y="3057525"/>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어떤 자료를 쓰고, 출처는 어디인가요?</a:t>
            </a:r>
          </a:p>
        </p:txBody>
      </p:sp>
      <p:sp>
        <p:nvSpPr>
          <p:cNvPr id="10" name="">
            <a:extLst xmlns:a="http://schemas.openxmlformats.org/drawingml/2006/main">
              <a:ext uri="{FF2B5EF4-FFF2-40B4-BE49-F238E27FC236}">
                <a16:creationId xmlns:a16="http://schemas.microsoft.com/office/drawing/2014/main" id="{0A9815F5-D464-4452-9DCE-E40216397A1F}"/>
              </a:ext>
            </a:extLst>
          </p:cNvPr>
          <p:cNvSpPr>
            <a:spLocks xmlns:a="http://schemas.openxmlformats.org/drawingml/2006/main" noGrp="1"/>
          </p:cNvSpPr>
          <p:nvPr/>
        </p:nvSpPr>
        <p:spPr>
          <a:xfrm xmlns:a="http://schemas.openxmlformats.org/drawingml/2006/main">
            <a:off x="762000" y="38290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246C3F-6176-4569-B0CC-CED09318E021}"/>
              </a:ext>
            </a:extLst>
          </p:cNvPr>
          <p:cNvSpPr>
            <a:spLocks xmlns:a="http://schemas.openxmlformats.org/drawingml/2006/main" noGrp="1"/>
          </p:cNvSpPr>
          <p:nvPr/>
        </p:nvSpPr>
        <p:spPr>
          <a:xfrm xmlns:a="http://schemas.openxmlformats.org/drawingml/2006/main">
            <a:off x="762000" y="4019550"/>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줄 경험</a:t>
            </a:r>
          </a:p>
        </p:txBody>
      </p:sp>
      <p:sp>
        <p:nvSpPr>
          <p:cNvPr id="12" name="">
            <a:extLst xmlns:a="http://schemas.openxmlformats.org/drawingml/2006/main">
              <a:ext uri="{FF2B5EF4-FFF2-40B4-BE49-F238E27FC236}">
                <a16:creationId xmlns:a16="http://schemas.microsoft.com/office/drawing/2014/main" id="{8A3C5B72-8505-4074-85DC-7CEA496CD4D5}"/>
              </a:ext>
            </a:extLst>
          </p:cNvPr>
          <p:cNvSpPr>
            <a:spLocks xmlns:a="http://schemas.openxmlformats.org/drawingml/2006/main" noGrp="1"/>
          </p:cNvSpPr>
          <p:nvPr/>
        </p:nvSpPr>
        <p:spPr>
          <a:xfrm xmlns:a="http://schemas.openxmlformats.org/drawingml/2006/main">
            <a:off x="2619375" y="4019550"/>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무엇을 해보며 지역을 이해하게 할까요?</a:t>
            </a:r>
          </a:p>
        </p:txBody>
      </p:sp>
      <p:sp>
        <p:nvSpPr>
          <p:cNvPr id="13" name="">
            <a:extLst xmlns:a="http://schemas.openxmlformats.org/drawingml/2006/main">
              <a:ext uri="{FF2B5EF4-FFF2-40B4-BE49-F238E27FC236}">
                <a16:creationId xmlns:a16="http://schemas.microsoft.com/office/drawing/2014/main" id="{32379C6C-056D-4233-9472-23EAEA355E05}"/>
              </a:ext>
            </a:extLst>
          </p:cNvPr>
          <p:cNvSpPr>
            <a:spLocks xmlns:a="http://schemas.openxmlformats.org/drawingml/2006/main" noGrp="1"/>
          </p:cNvSpPr>
          <p:nvPr/>
        </p:nvSpPr>
        <p:spPr>
          <a:xfrm xmlns:a="http://schemas.openxmlformats.org/drawingml/2006/main">
            <a:off x="762000" y="47910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FD5B90B-B425-4374-B708-F6D0FAF70F07}"/>
              </a:ext>
            </a:extLst>
          </p:cNvPr>
          <p:cNvSpPr>
            <a:spLocks xmlns:a="http://schemas.openxmlformats.org/drawingml/2006/main" noGrp="1"/>
          </p:cNvSpPr>
          <p:nvPr/>
        </p:nvSpPr>
        <p:spPr>
          <a:xfrm xmlns:a="http://schemas.openxmlformats.org/drawingml/2006/main">
            <a:off x="762000" y="4981575"/>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활동 형태</a:t>
            </a:r>
          </a:p>
        </p:txBody>
      </p:sp>
      <p:sp>
        <p:nvSpPr>
          <p:cNvPr id="15" name="">
            <a:extLst xmlns:a="http://schemas.openxmlformats.org/drawingml/2006/main">
              <a:ext uri="{FF2B5EF4-FFF2-40B4-BE49-F238E27FC236}">
                <a16:creationId xmlns:a16="http://schemas.microsoft.com/office/drawing/2014/main" id="{BE76C72F-4CE2-404C-A787-11D2D1DA3EDB}"/>
              </a:ext>
            </a:extLst>
          </p:cNvPr>
          <p:cNvSpPr>
            <a:spLocks xmlns:a="http://schemas.openxmlformats.org/drawingml/2006/main" noGrp="1"/>
          </p:cNvSpPr>
          <p:nvPr/>
        </p:nvSpPr>
        <p:spPr>
          <a:xfrm xmlns:a="http://schemas.openxmlformats.org/drawingml/2006/main">
            <a:off x="2619375" y="4981575"/>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보드게임과 체험형 교구 중 어떤 방식이 맞나요?</a:t>
            </a:r>
          </a:p>
        </p:txBody>
      </p:sp>
      <p:sp>
        <p:nvSpPr>
          <p:cNvPr id="16" name="">
            <a:extLst xmlns:a="http://schemas.openxmlformats.org/drawingml/2006/main">
              <a:ext uri="{FF2B5EF4-FFF2-40B4-BE49-F238E27FC236}">
                <a16:creationId xmlns:a16="http://schemas.microsoft.com/office/drawing/2014/main" id="{38AAA9A2-313B-4FBF-980C-B0E30EE289C0}"/>
              </a:ext>
            </a:extLst>
          </p:cNvPr>
          <p:cNvSpPr>
            <a:spLocks xmlns:a="http://schemas.openxmlformats.org/drawingml/2006/main" noGrp="1"/>
          </p:cNvSpPr>
          <p:nvPr/>
        </p:nvSpPr>
        <p:spPr>
          <a:xfrm xmlns:a="http://schemas.openxmlformats.org/drawingml/2006/main">
            <a:off x="762000" y="575310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Tree>
    <p:extLst>
      <p:ext uri="{BB962C8B-B14F-4D97-AF65-F5344CB8AC3E}">
        <p14:creationId xmlns:p14="http://schemas.microsoft.com/office/powerpoint/2010/main" val="1512958225"/>
      </p:ext>
    </p:extLst>
  </p:cSld>
</p:sld>
</file>

<file path=ppt/slides/slide12.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AE7CC9-4BD9-4450-9740-E1A2FBCE74D6}"/>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16:15–16:30 · 팀별 기획안</a:t>
            </a:r>
          </a:p>
        </p:txBody>
      </p:sp>
      <p:sp>
        <p:nvSpPr>
          <p:cNvPr id="2" name="">
            <a:extLst xmlns:a="http://schemas.openxmlformats.org/drawingml/2006/main">
              <a:ext uri="{FF2B5EF4-FFF2-40B4-BE49-F238E27FC236}">
                <a16:creationId xmlns:a16="http://schemas.microsoft.com/office/drawing/2014/main" id="{93203868-CB20-4FEB-A162-C089E3F10408}"/>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지역 관광 기획안 예시</a:t>
            </a:r>
          </a:p>
        </p:txBody>
      </p:sp>
      <p:sp>
        <p:nvSpPr>
          <p:cNvPr id="3" name="">
            <a:extLst xmlns:a="http://schemas.openxmlformats.org/drawingml/2006/main">
              <a:ext uri="{FF2B5EF4-FFF2-40B4-BE49-F238E27FC236}">
                <a16:creationId xmlns:a16="http://schemas.microsoft.com/office/drawing/2014/main" id="{FCCA181D-07A5-47D8-B94C-9EA3D01B712F}"/>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C9B8A1EB-F4DC-46F5-BF33-33B49C57D3AC}"/>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12</a:t>
            </a:r>
          </a:p>
        </p:txBody>
      </p:sp>
      <p:graphicFrame>
        <p:nvGraphicFramePr>
          <p:cNvPr id="5" name="">
            <a:extLst xmlns:a="http://schemas.openxmlformats.org/drawingml/2006/main">
              <a:ext uri="{FF2B5EF4-FFF2-40B4-BE49-F238E27FC236}">
                <a16:creationId xmlns:a16="http://schemas.microsoft.com/office/drawing/2014/main" id="{424E31B9-F9EE-423C-B5A4-B2A84F2A4F21}"/>
              </a:ext>
            </a:extLst>
          </p:cNvPr>
          <p:cNvGraphicFramePr/>
          <p:nvPr/>
        </p:nvGraphicFramePr>
        <p:xfrm>
          <a:off xmlns:a="http://schemas.openxmlformats.org/drawingml/2006/main" x="762000" y="2095500"/>
          <a:ext xmlns:a="http://schemas.openxmlformats.org/drawingml/2006/main" cx="10668000" cy="3162300"/>
        </p:xfrm>
        <a:graphic xmlns:a="http://schemas.openxmlformats.org/drawingml/2006/main">
          <a:graphicData uri="http://schemas.openxmlformats.org/drawingml/2006/table">
            <a:tbl>
              <a:tblPr/>
              <a:tblGrid>
                <a:gridCol w="2333625"/>
                <a:gridCol w="8334375"/>
              </a:tblGrid>
              <a:tr h="632460">
                <a:tc>
                  <a:txBody>
                    <a:bodyPr/>
                    <a:lstStyle/>
                    <a:p>
                      <a:r>
                        <a:rPr sz="1950" b="1">
                          <a:solidFill>
                            <a:srgbClr val="147571"/>
                          </a:solidFill>
                          <a:latin typeface="Pretendard"/>
                          <a:ea typeface="Pretendard"/>
                          <a:cs typeface="Pretendard"/>
                        </a:rPr>
                        <a:t>항목</a:t>
                      </a:r>
                    </a:p>
                  </a:txBody>
                  <a:tcPr marL="142875" marR="142875" marT="114300" marB="95250" anchor="t">
                    <a:lnL w="9525">
                      <a:solidFill>
                        <a:srgbClr val="C7CEC5"/>
                      </a:solidFill>
                      <a:prstDash val="solid"/>
                    </a:lnL>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950" b="1">
                          <a:solidFill>
                            <a:srgbClr val="147571"/>
                          </a:solidFill>
                          <a:latin typeface="Pretendard"/>
                          <a:ea typeface="Pretendard"/>
                          <a:cs typeface="Pretendard"/>
                        </a:rPr>
                        <a:t>울릉 이야기 전시판</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r>
              <a:tr h="632460">
                <a:tc>
                  <a:txBody>
                    <a:bodyPr/>
                    <a:lstStyle/>
                    <a:p>
                      <a:r>
                        <a:rPr sz="1950">
                          <a:solidFill>
                            <a:srgbClr val="173236"/>
                          </a:solidFill>
                          <a:latin typeface="Pretendard"/>
                          <a:ea typeface="Pretendard"/>
                          <a:cs typeface="Pretendard"/>
                        </a:rPr>
                        <a:t>대상과 상황</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울릉을 처음 알아보는 가족의 지역 이야기 체험</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2460">
                <a:tc>
                  <a:txBody>
                    <a:bodyPr/>
                    <a:lstStyle/>
                    <a:p>
                      <a:r>
                        <a:rPr sz="1950">
                          <a:solidFill>
                            <a:srgbClr val="173236"/>
                          </a:solidFill>
                          <a:latin typeface="Pretendard"/>
                          <a:ea typeface="Pretendard"/>
                          <a:cs typeface="Pretendard"/>
                        </a:rPr>
                        <a:t>소재와 출처</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칙령 제41호의 태하동 기록 · 우리역사넷</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2460">
                <a:tc>
                  <a:txBody>
                    <a:bodyPr/>
                    <a:lstStyle/>
                    <a:p>
                      <a:r>
                        <a:rPr sz="1950">
                          <a:solidFill>
                            <a:srgbClr val="173236"/>
                          </a:solidFill>
                          <a:latin typeface="Pretendard"/>
                          <a:ea typeface="Pretendard"/>
                          <a:cs typeface="Pretendard"/>
                        </a:rPr>
                        <a:t>줄 경험</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기록 속 지명을 장소와 연결하고 근거를 설명</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32460">
                <a:tc>
                  <a:txBody>
                    <a:bodyPr/>
                    <a:lstStyle/>
                    <a:p>
                      <a:r>
                        <a:rPr sz="1950">
                          <a:solidFill>
                            <a:srgbClr val="173236"/>
                          </a:solidFill>
                          <a:latin typeface="Pretendard"/>
                          <a:ea typeface="Pretendard"/>
                          <a:cs typeface="Pretendard"/>
                        </a:rPr>
                        <a:t>활동 형태</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950">
                          <a:solidFill>
                            <a:srgbClr val="173236"/>
                          </a:solidFill>
                          <a:latin typeface="Pretendard"/>
                          <a:ea typeface="Pretendard"/>
                          <a:cs typeface="Pretendard"/>
                        </a:rPr>
                        <a:t>자료를 골라 배치하고 설명하는 체험형 교구</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bl>
          </a:graphicData>
        </a:graphic>
      </p:graphicFrame>
      <p:sp>
        <p:nvSpPr>
          <p:cNvPr id="6" name="">
            <a:extLst xmlns:a="http://schemas.openxmlformats.org/drawingml/2006/main">
              <a:ext uri="{FF2B5EF4-FFF2-40B4-BE49-F238E27FC236}">
                <a16:creationId xmlns:a16="http://schemas.microsoft.com/office/drawing/2014/main" id="{FDA676C4-D4A8-4F51-8DCB-E8E1E4585F88}"/>
              </a:ext>
            </a:extLst>
          </p:cNvPr>
          <p:cNvSpPr>
            <a:spLocks xmlns:a="http://schemas.openxmlformats.org/drawingml/2006/main" noGrp="1"/>
          </p:cNvSpPr>
          <p:nvPr/>
        </p:nvSpPr>
        <p:spPr>
          <a:xfrm xmlns:a="http://schemas.openxmlformats.org/drawingml/2006/main">
            <a:off x="762000" y="56197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소재를 쓴 이유와 활동을 고른 이유도 덧붙입니다.</a:t>
            </a:r>
          </a:p>
        </p:txBody>
      </p:sp>
      <p:sp>
        <p:nvSpPr>
          <p:cNvPr id="7" name="">
            <a:extLst xmlns:a="http://schemas.openxmlformats.org/drawingml/2006/main">
              <a:ext uri="{FF2B5EF4-FFF2-40B4-BE49-F238E27FC236}">
                <a16:creationId xmlns:a16="http://schemas.microsoft.com/office/drawing/2014/main" id="{C0DB7189-8A77-41B6-B120-9A6D61F0D09B}"/>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수업용 기획 예시</a:t>
            </a:r>
          </a:p>
        </p:txBody>
      </p:sp>
    </p:spTree>
    <p:extLst>
      <p:ext uri="{BB962C8B-B14F-4D97-AF65-F5344CB8AC3E}">
        <p14:creationId xmlns:p14="http://schemas.microsoft.com/office/powerpoint/2010/main" val="1519759267"/>
      </p:ext>
    </p:extLst>
  </p:cSld>
</p:sld>
</file>

<file path=ppt/slides/slide13.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8497252-F185-433D-BCC0-1963A32E6216}"/>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16:15–16:30 · 팀별 기획안</a:t>
            </a:r>
          </a:p>
        </p:txBody>
      </p:sp>
      <p:sp>
        <p:nvSpPr>
          <p:cNvPr id="2" name="">
            <a:extLst xmlns:a="http://schemas.openxmlformats.org/drawingml/2006/main">
              <a:ext uri="{FF2B5EF4-FFF2-40B4-BE49-F238E27FC236}">
                <a16:creationId xmlns:a16="http://schemas.microsoft.com/office/drawing/2014/main" id="{8E376313-AB95-4739-99AA-6C628485110B}"/>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우리 팀 기획안 작성</a:t>
            </a:r>
          </a:p>
        </p:txBody>
      </p:sp>
      <p:sp>
        <p:nvSpPr>
          <p:cNvPr id="3" name="">
            <a:extLst xmlns:a="http://schemas.openxmlformats.org/drawingml/2006/main">
              <a:ext uri="{FF2B5EF4-FFF2-40B4-BE49-F238E27FC236}">
                <a16:creationId xmlns:a16="http://schemas.microsoft.com/office/drawing/2014/main" id="{D2916D9A-430E-4B8D-B1BB-F5C741EE9FFA}"/>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840462AF-3FFA-485C-9AC3-824FAB5E283D}"/>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13</a:t>
            </a:r>
          </a:p>
        </p:txBody>
      </p:sp>
      <p:sp>
        <p:nvSpPr>
          <p:cNvPr id="5" name="">
            <a:extLst xmlns:a="http://schemas.openxmlformats.org/drawingml/2006/main">
              <a:ext uri="{FF2B5EF4-FFF2-40B4-BE49-F238E27FC236}">
                <a16:creationId xmlns:a16="http://schemas.microsoft.com/office/drawing/2014/main" id="{4A4D5083-4A86-4D11-A24B-AD250F54C336}"/>
              </a:ext>
            </a:extLst>
          </p:cNvPr>
          <p:cNvSpPr>
            <a:spLocks xmlns:a="http://schemas.openxmlformats.org/drawingml/2006/main" noGrp="1"/>
          </p:cNvSpPr>
          <p:nvPr/>
        </p:nvSpPr>
        <p:spPr>
          <a:xfrm xmlns:a="http://schemas.openxmlformats.org/drawingml/2006/main">
            <a:off x="762000" y="2190750"/>
            <a:ext cx="1362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첫 요청</a:t>
            </a:r>
          </a:p>
        </p:txBody>
      </p:sp>
      <p:sp>
        <p:nvSpPr>
          <p:cNvPr id="6" name="">
            <a:extLst xmlns:a="http://schemas.openxmlformats.org/drawingml/2006/main">
              <a:ext uri="{FF2B5EF4-FFF2-40B4-BE49-F238E27FC236}">
                <a16:creationId xmlns:a16="http://schemas.microsoft.com/office/drawing/2014/main" id="{4A9560D3-2D8A-4987-AA16-F83EDE696657}"/>
              </a:ext>
            </a:extLst>
          </p:cNvPr>
          <p:cNvSpPr>
            <a:spLocks xmlns:a="http://schemas.openxmlformats.org/drawingml/2006/main" noGrp="1"/>
          </p:cNvSpPr>
          <p:nvPr/>
        </p:nvSpPr>
        <p:spPr>
          <a:xfrm xmlns:a="http://schemas.openxmlformats.org/drawingml/2006/main">
            <a:off x="2238375" y="2190750"/>
            <a:ext cx="9191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우리 팀 소재와 자료로 서로 다른 활동을 제안받습니다.</a:t>
            </a:r>
          </a:p>
        </p:txBody>
      </p:sp>
      <p:sp>
        <p:nvSpPr>
          <p:cNvPr id="7" name="">
            <a:extLst xmlns:a="http://schemas.openxmlformats.org/drawingml/2006/main">
              <a:ext uri="{FF2B5EF4-FFF2-40B4-BE49-F238E27FC236}">
                <a16:creationId xmlns:a16="http://schemas.microsoft.com/office/drawing/2014/main" id="{D546AA87-2FE4-47EC-9F1A-873D34DB1BCF}"/>
              </a:ext>
            </a:extLst>
          </p:cNvPr>
          <p:cNvSpPr>
            <a:spLocks xmlns:a="http://schemas.openxmlformats.org/drawingml/2006/main" noGrp="1"/>
          </p:cNvSpPr>
          <p:nvPr/>
        </p:nvSpPr>
        <p:spPr>
          <a:xfrm xmlns:a="http://schemas.openxmlformats.org/drawingml/2006/main">
            <a:off x="762000" y="30765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DC737CC-603A-4976-B2BE-F502D99371B1}"/>
              </a:ext>
            </a:extLst>
          </p:cNvPr>
          <p:cNvSpPr>
            <a:spLocks xmlns:a="http://schemas.openxmlformats.org/drawingml/2006/main" noGrp="1"/>
          </p:cNvSpPr>
          <p:nvPr/>
        </p:nvSpPr>
        <p:spPr>
          <a:xfrm xmlns:a="http://schemas.openxmlformats.org/drawingml/2006/main">
            <a:off x="762000" y="3219450"/>
            <a:ext cx="1362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선택과 수정</a:t>
            </a:r>
          </a:p>
        </p:txBody>
      </p:sp>
      <p:sp>
        <p:nvSpPr>
          <p:cNvPr id="9" name="">
            <a:extLst xmlns:a="http://schemas.openxmlformats.org/drawingml/2006/main">
              <a:ext uri="{FF2B5EF4-FFF2-40B4-BE49-F238E27FC236}">
                <a16:creationId xmlns:a16="http://schemas.microsoft.com/office/drawing/2014/main" id="{A0C1CA1C-3548-4E0D-8FBB-2D98EB7C309E}"/>
              </a:ext>
            </a:extLst>
          </p:cNvPr>
          <p:cNvSpPr>
            <a:spLocks xmlns:a="http://schemas.openxmlformats.org/drawingml/2006/main" noGrp="1"/>
          </p:cNvSpPr>
          <p:nvPr/>
        </p:nvSpPr>
        <p:spPr>
          <a:xfrm xmlns:a="http://schemas.openxmlformats.org/drawingml/2006/main">
            <a:off x="2238375" y="3219450"/>
            <a:ext cx="9191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고른 이유, 유지할 내용, 바꿀 부분을 알려줍니다.</a:t>
            </a:r>
          </a:p>
        </p:txBody>
      </p:sp>
      <p:sp>
        <p:nvSpPr>
          <p:cNvPr id="10" name="">
            <a:extLst xmlns:a="http://schemas.openxmlformats.org/drawingml/2006/main">
              <a:ext uri="{FF2B5EF4-FFF2-40B4-BE49-F238E27FC236}">
                <a16:creationId xmlns:a16="http://schemas.microsoft.com/office/drawing/2014/main" id="{D5AC5647-675C-40FA-8E5D-B35E22D13F64}"/>
              </a:ext>
            </a:extLst>
          </p:cNvPr>
          <p:cNvSpPr>
            <a:spLocks xmlns:a="http://schemas.openxmlformats.org/drawingml/2006/main" noGrp="1"/>
          </p:cNvSpPr>
          <p:nvPr/>
        </p:nvSpPr>
        <p:spPr>
          <a:xfrm xmlns:a="http://schemas.openxmlformats.org/drawingml/2006/main">
            <a:off x="762000" y="41052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1B2C02F-9657-4FE4-A7C8-5A2F19604862}"/>
              </a:ext>
            </a:extLst>
          </p:cNvPr>
          <p:cNvSpPr>
            <a:spLocks xmlns:a="http://schemas.openxmlformats.org/drawingml/2006/main" noGrp="1"/>
          </p:cNvSpPr>
          <p:nvPr/>
        </p:nvSpPr>
        <p:spPr>
          <a:xfrm xmlns:a="http://schemas.openxmlformats.org/drawingml/2006/main">
            <a:off x="762000" y="4248150"/>
            <a:ext cx="1362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기획안 정리</a:t>
            </a:r>
          </a:p>
        </p:txBody>
      </p:sp>
      <p:sp>
        <p:nvSpPr>
          <p:cNvPr id="12" name="">
            <a:extLst xmlns:a="http://schemas.openxmlformats.org/drawingml/2006/main">
              <a:ext uri="{FF2B5EF4-FFF2-40B4-BE49-F238E27FC236}">
                <a16:creationId xmlns:a16="http://schemas.microsoft.com/office/drawing/2014/main" id="{677594D9-E57E-45C7-8D5F-2E2C24BA4047}"/>
              </a:ext>
            </a:extLst>
          </p:cNvPr>
          <p:cNvSpPr>
            <a:spLocks xmlns:a="http://schemas.openxmlformats.org/drawingml/2006/main" noGrp="1"/>
          </p:cNvSpPr>
          <p:nvPr/>
        </p:nvSpPr>
        <p:spPr>
          <a:xfrm xmlns:a="http://schemas.openxmlformats.org/drawingml/2006/main">
            <a:off x="2238375" y="4248150"/>
            <a:ext cx="9191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대상·소재와 출처·줄 경험·활동 형태로 정리합니다.</a:t>
            </a:r>
          </a:p>
        </p:txBody>
      </p:sp>
      <p:sp>
        <p:nvSpPr>
          <p:cNvPr id="13" name="">
            <a:extLst xmlns:a="http://schemas.openxmlformats.org/drawingml/2006/main">
              <a:ext uri="{FF2B5EF4-FFF2-40B4-BE49-F238E27FC236}">
                <a16:creationId xmlns:a16="http://schemas.microsoft.com/office/drawing/2014/main" id="{2BAF4223-9597-4F72-9803-533D8AD7C37B}"/>
              </a:ext>
            </a:extLst>
          </p:cNvPr>
          <p:cNvSpPr>
            <a:spLocks xmlns:a="http://schemas.openxmlformats.org/drawingml/2006/main" noGrp="1"/>
          </p:cNvSpPr>
          <p:nvPr/>
        </p:nvSpPr>
        <p:spPr>
          <a:xfrm xmlns:a="http://schemas.openxmlformats.org/drawingml/2006/main">
            <a:off x="762000" y="51339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AB0332D-5475-49FE-84AB-8DC3550A44FE}"/>
              </a:ext>
            </a:extLst>
          </p:cNvPr>
          <p:cNvSpPr>
            <a:spLocks xmlns:a="http://schemas.openxmlformats.org/drawingml/2006/main" noGrp="1"/>
          </p:cNvSpPr>
          <p:nvPr/>
        </p:nvSpPr>
        <p:spPr>
          <a:xfrm xmlns:a="http://schemas.openxmlformats.org/drawingml/2006/main">
            <a:off x="762000" y="56292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팀원이 읽고 같은 활동을 떠올릴 수 있는지 확인합니다.</a:t>
            </a:r>
          </a:p>
        </p:txBody>
      </p:sp>
    </p:spTree>
    <p:extLst>
      <p:ext uri="{BB962C8B-B14F-4D97-AF65-F5344CB8AC3E}">
        <p14:creationId xmlns:p14="http://schemas.microsoft.com/office/powerpoint/2010/main" val="1574254522"/>
      </p:ext>
    </p:extLst>
  </p:cSld>
</p:sld>
</file>

<file path=ppt/slides/slide14.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FD0D359-F67E-4D6C-9657-A9E7EC1F9E23}"/>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7356CFD9-BEFC-40BB-99A4-95BC940B1324}"/>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설계안에 필요한 정보</a:t>
            </a:r>
          </a:p>
        </p:txBody>
      </p:sp>
      <p:sp>
        <p:nvSpPr>
          <p:cNvPr id="3" name="">
            <a:extLst xmlns:a="http://schemas.openxmlformats.org/drawingml/2006/main">
              <a:ext uri="{FF2B5EF4-FFF2-40B4-BE49-F238E27FC236}">
                <a16:creationId xmlns:a16="http://schemas.microsoft.com/office/drawing/2014/main" id="{FA83869D-B456-47F6-98D8-D094716FCF68}"/>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BED324B5-C985-41BD-9672-1898C5EE3E6F}"/>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14</a:t>
            </a:r>
          </a:p>
        </p:txBody>
      </p:sp>
      <p:sp>
        <p:nvSpPr>
          <p:cNvPr id="5" name="">
            <a:extLst xmlns:a="http://schemas.openxmlformats.org/drawingml/2006/main">
              <a:ext uri="{FF2B5EF4-FFF2-40B4-BE49-F238E27FC236}">
                <a16:creationId xmlns:a16="http://schemas.microsoft.com/office/drawing/2014/main" id="{A4D4776C-AA8C-429F-B1F6-72D03D58F066}"/>
              </a:ext>
            </a:extLst>
          </p:cNvPr>
          <p:cNvSpPr>
            <a:spLocks xmlns:a="http://schemas.openxmlformats.org/drawingml/2006/main" noGrp="1"/>
          </p:cNvSpPr>
          <p:nvPr/>
        </p:nvSpPr>
        <p:spPr>
          <a:xfrm xmlns:a="http://schemas.openxmlformats.org/drawingml/2006/main">
            <a:off x="762000" y="2009775"/>
            <a:ext cx="17430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구성품</a:t>
            </a:r>
          </a:p>
        </p:txBody>
      </p:sp>
      <p:sp>
        <p:nvSpPr>
          <p:cNvPr id="6" name="">
            <a:extLst xmlns:a="http://schemas.openxmlformats.org/drawingml/2006/main">
              <a:ext uri="{FF2B5EF4-FFF2-40B4-BE49-F238E27FC236}">
                <a16:creationId xmlns:a16="http://schemas.microsoft.com/office/drawing/2014/main" id="{09D643DE-ABC2-4748-BC4D-4A64D648C658}"/>
              </a:ext>
            </a:extLst>
          </p:cNvPr>
          <p:cNvSpPr>
            <a:spLocks xmlns:a="http://schemas.openxmlformats.org/drawingml/2006/main" noGrp="1"/>
          </p:cNvSpPr>
          <p:nvPr/>
        </p:nvSpPr>
        <p:spPr>
          <a:xfrm xmlns:a="http://schemas.openxmlformats.org/drawingml/2006/main">
            <a:off x="2619375" y="2009775"/>
            <a:ext cx="88106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무엇이 몇 개 필요하고, 각각 어떤 일을 하나요?</a:t>
            </a:r>
          </a:p>
        </p:txBody>
      </p:sp>
      <p:sp>
        <p:nvSpPr>
          <p:cNvPr id="7" name="">
            <a:extLst xmlns:a="http://schemas.openxmlformats.org/drawingml/2006/main">
              <a:ext uri="{FF2B5EF4-FFF2-40B4-BE49-F238E27FC236}">
                <a16:creationId xmlns:a16="http://schemas.microsoft.com/office/drawing/2014/main" id="{0A0E2897-D33B-4362-8F12-2C7CF4787139}"/>
              </a:ext>
            </a:extLst>
          </p:cNvPr>
          <p:cNvSpPr>
            <a:spLocks xmlns:a="http://schemas.openxmlformats.org/drawingml/2006/main" noGrp="1"/>
          </p:cNvSpPr>
          <p:nvPr/>
        </p:nvSpPr>
        <p:spPr>
          <a:xfrm xmlns:a="http://schemas.openxmlformats.org/drawingml/2006/main">
            <a:off x="762000" y="26574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6AC77C3-1802-4257-B2D5-31D6537C9A21}"/>
              </a:ext>
            </a:extLst>
          </p:cNvPr>
          <p:cNvSpPr>
            <a:spLocks xmlns:a="http://schemas.openxmlformats.org/drawingml/2006/main" noGrp="1"/>
          </p:cNvSpPr>
          <p:nvPr/>
        </p:nvSpPr>
        <p:spPr>
          <a:xfrm xmlns:a="http://schemas.openxmlformats.org/drawingml/2006/main">
            <a:off x="762000" y="2867025"/>
            <a:ext cx="17430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진행 순서</a:t>
            </a:r>
          </a:p>
        </p:txBody>
      </p:sp>
      <p:sp>
        <p:nvSpPr>
          <p:cNvPr id="9" name="">
            <a:extLst xmlns:a="http://schemas.openxmlformats.org/drawingml/2006/main">
              <a:ext uri="{FF2B5EF4-FFF2-40B4-BE49-F238E27FC236}">
                <a16:creationId xmlns:a16="http://schemas.microsoft.com/office/drawing/2014/main" id="{EE7E7CB7-CF83-4AD1-A9F0-ACBA8F7D5414}"/>
              </a:ext>
            </a:extLst>
          </p:cNvPr>
          <p:cNvSpPr>
            <a:spLocks xmlns:a="http://schemas.openxmlformats.org/drawingml/2006/main" noGrp="1"/>
          </p:cNvSpPr>
          <p:nvPr/>
        </p:nvSpPr>
        <p:spPr>
          <a:xfrm xmlns:a="http://schemas.openxmlformats.org/drawingml/2006/main">
            <a:off x="2619375" y="2867025"/>
            <a:ext cx="88106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시작 준비와 한 차례 또는 한 활동은 어떻게 이어지나요?</a:t>
            </a:r>
          </a:p>
        </p:txBody>
      </p:sp>
      <p:sp>
        <p:nvSpPr>
          <p:cNvPr id="10" name="">
            <a:extLst xmlns:a="http://schemas.openxmlformats.org/drawingml/2006/main">
              <a:ext uri="{FF2B5EF4-FFF2-40B4-BE49-F238E27FC236}">
                <a16:creationId xmlns:a16="http://schemas.microsoft.com/office/drawing/2014/main" id="{B4E9ECC1-9B8F-400D-BD7C-B77995EA6C22}"/>
              </a:ext>
            </a:extLst>
          </p:cNvPr>
          <p:cNvSpPr>
            <a:spLocks xmlns:a="http://schemas.openxmlformats.org/drawingml/2006/main" noGrp="1"/>
          </p:cNvSpPr>
          <p:nvPr/>
        </p:nvSpPr>
        <p:spPr>
          <a:xfrm xmlns:a="http://schemas.openxmlformats.org/drawingml/2006/main">
            <a:off x="762000" y="35147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FE7F3FA-D67E-4FF9-8A79-9555E30430B8}"/>
              </a:ext>
            </a:extLst>
          </p:cNvPr>
          <p:cNvSpPr>
            <a:spLocks xmlns:a="http://schemas.openxmlformats.org/drawingml/2006/main" noGrp="1"/>
          </p:cNvSpPr>
          <p:nvPr/>
        </p:nvSpPr>
        <p:spPr>
          <a:xfrm xmlns:a="http://schemas.openxmlformats.org/drawingml/2006/main">
            <a:off x="762000" y="3724275"/>
            <a:ext cx="17430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선택과 결과</a:t>
            </a:r>
          </a:p>
        </p:txBody>
      </p:sp>
      <p:sp>
        <p:nvSpPr>
          <p:cNvPr id="12" name="">
            <a:extLst xmlns:a="http://schemas.openxmlformats.org/drawingml/2006/main">
              <a:ext uri="{FF2B5EF4-FFF2-40B4-BE49-F238E27FC236}">
                <a16:creationId xmlns:a16="http://schemas.microsoft.com/office/drawing/2014/main" id="{197944B2-39C4-42F7-BA62-2DE3820B1F2F}"/>
              </a:ext>
            </a:extLst>
          </p:cNvPr>
          <p:cNvSpPr>
            <a:spLocks xmlns:a="http://schemas.openxmlformats.org/drawingml/2006/main" noGrp="1"/>
          </p:cNvSpPr>
          <p:nvPr/>
        </p:nvSpPr>
        <p:spPr>
          <a:xfrm xmlns:a="http://schemas.openxmlformats.org/drawingml/2006/main">
            <a:off x="2619375" y="3724275"/>
            <a:ext cx="88106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이용자가 무엇을 고르면 어떤 차이가 생기나요?</a:t>
            </a:r>
          </a:p>
        </p:txBody>
      </p:sp>
      <p:sp>
        <p:nvSpPr>
          <p:cNvPr id="13" name="">
            <a:extLst xmlns:a="http://schemas.openxmlformats.org/drawingml/2006/main">
              <a:ext uri="{FF2B5EF4-FFF2-40B4-BE49-F238E27FC236}">
                <a16:creationId xmlns:a16="http://schemas.microsoft.com/office/drawing/2014/main" id="{8CA836F7-A921-4E39-A5C1-8D0380692E35}"/>
              </a:ext>
            </a:extLst>
          </p:cNvPr>
          <p:cNvSpPr>
            <a:spLocks xmlns:a="http://schemas.openxmlformats.org/drawingml/2006/main" noGrp="1"/>
          </p:cNvSpPr>
          <p:nvPr/>
        </p:nvSpPr>
        <p:spPr>
          <a:xfrm xmlns:a="http://schemas.openxmlformats.org/drawingml/2006/main">
            <a:off x="762000" y="43719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F2EB69D-51A6-4DBF-AB58-D284EFCE99E7}"/>
              </a:ext>
            </a:extLst>
          </p:cNvPr>
          <p:cNvSpPr>
            <a:spLocks xmlns:a="http://schemas.openxmlformats.org/drawingml/2006/main" noGrp="1"/>
          </p:cNvSpPr>
          <p:nvPr/>
        </p:nvSpPr>
        <p:spPr>
          <a:xfrm xmlns:a="http://schemas.openxmlformats.org/drawingml/2006/main">
            <a:off x="762000" y="4581525"/>
            <a:ext cx="17430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완료와 시험</a:t>
            </a:r>
          </a:p>
        </p:txBody>
      </p:sp>
      <p:sp>
        <p:nvSpPr>
          <p:cNvPr id="15" name="">
            <a:extLst xmlns:a="http://schemas.openxmlformats.org/drawingml/2006/main">
              <a:ext uri="{FF2B5EF4-FFF2-40B4-BE49-F238E27FC236}">
                <a16:creationId xmlns:a16="http://schemas.microsoft.com/office/drawing/2014/main" id="{C886E692-CD94-4064-9F64-AF98C7E81315}"/>
              </a:ext>
            </a:extLst>
          </p:cNvPr>
          <p:cNvSpPr>
            <a:spLocks xmlns:a="http://schemas.openxmlformats.org/drawingml/2006/main" noGrp="1"/>
          </p:cNvSpPr>
          <p:nvPr/>
        </p:nvSpPr>
        <p:spPr>
          <a:xfrm xmlns:a="http://schemas.openxmlformats.org/drawingml/2006/main">
            <a:off x="2619375" y="4581525"/>
            <a:ext cx="88106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언제 끝나며, 어떤 부분을 먼저 확인할까요?</a:t>
            </a:r>
          </a:p>
        </p:txBody>
      </p:sp>
      <p:sp>
        <p:nvSpPr>
          <p:cNvPr id="16" name="">
            <a:extLst xmlns:a="http://schemas.openxmlformats.org/drawingml/2006/main">
              <a:ext uri="{FF2B5EF4-FFF2-40B4-BE49-F238E27FC236}">
                <a16:creationId xmlns:a16="http://schemas.microsoft.com/office/drawing/2014/main" id="{0B73DA99-92B5-4D05-8330-2B82C421C443}"/>
              </a:ext>
            </a:extLst>
          </p:cNvPr>
          <p:cNvSpPr>
            <a:spLocks xmlns:a="http://schemas.openxmlformats.org/drawingml/2006/main" noGrp="1"/>
          </p:cNvSpPr>
          <p:nvPr/>
        </p:nvSpPr>
        <p:spPr>
          <a:xfrm xmlns:a="http://schemas.openxmlformats.org/drawingml/2006/main">
            <a:off x="762000" y="52292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BE9FB49-7EF1-4D13-BCDE-546AF74842E1}"/>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구성품과 이용자 행동이 서로 맞아야 합니다.</a:t>
            </a:r>
          </a:p>
        </p:txBody>
      </p:sp>
    </p:spTree>
    <p:extLst>
      <p:ext uri="{BB962C8B-B14F-4D97-AF65-F5344CB8AC3E}">
        <p14:creationId xmlns:p14="http://schemas.microsoft.com/office/powerpoint/2010/main" val="2014421501"/>
      </p:ext>
    </p:extLst>
  </p:cSld>
</p:sld>
</file>

<file path=ppt/slides/slide15.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E592112-1BD1-4632-8393-58EA79ACA05B}"/>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0780FCB1-F7E7-4896-AF36-E2A51C23CF77}"/>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한 차례와 한 활동의 흐름</a:t>
            </a:r>
          </a:p>
        </p:txBody>
      </p:sp>
      <p:sp>
        <p:nvSpPr>
          <p:cNvPr id="3" name="">
            <a:extLst xmlns:a="http://schemas.openxmlformats.org/drawingml/2006/main">
              <a:ext uri="{FF2B5EF4-FFF2-40B4-BE49-F238E27FC236}">
                <a16:creationId xmlns:a16="http://schemas.microsoft.com/office/drawing/2014/main" id="{61D264A0-4B8F-4EC3-9449-AF0AE6B4DE62}"/>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390F2405-3A60-4152-BAD0-BDA897DD8049}"/>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15</a:t>
            </a:r>
          </a:p>
        </p:txBody>
      </p:sp>
      <p:sp>
        <p:nvSpPr>
          <p:cNvPr id="5" name="">
            <a:extLst xmlns:a="http://schemas.openxmlformats.org/drawingml/2006/main">
              <a:ext uri="{FF2B5EF4-FFF2-40B4-BE49-F238E27FC236}">
                <a16:creationId xmlns:a16="http://schemas.microsoft.com/office/drawing/2014/main" id="{11E353BA-99DB-4A77-95B8-94311AE147E3}"/>
              </a:ext>
            </a:extLst>
          </p:cNvPr>
          <p:cNvSpPr>
            <a:spLocks xmlns:a="http://schemas.openxmlformats.org/drawingml/2006/main" noGrp="1"/>
          </p:cNvSpPr>
          <p:nvPr/>
        </p:nvSpPr>
        <p:spPr>
          <a:xfrm xmlns:a="http://schemas.openxmlformats.org/drawingml/2006/main">
            <a:off x="762000" y="2143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47571"/>
                </a:solidFill>
                <a:latin typeface="Pretendard"/>
                <a:ea typeface="Pretendard"/>
                <a:cs typeface="Pretendard"/>
              </a:defRPr>
            </a:defPPr>
            <a:lvl1pPr algn="l">
              <a:defRPr sz="2175" b="1">
                <a:solidFill>
                  <a:srgbClr val="147571"/>
                </a:solidFill>
                <a:latin typeface="Pretendard"/>
                <a:ea typeface="Pretendard"/>
                <a:cs typeface="Pretendard"/>
              </a:defRPr>
            </a:lvl1pPr>
            <a:lvl2pPr algn="l">
              <a:defRPr sz="2175" b="1">
                <a:solidFill>
                  <a:srgbClr val="147571"/>
                </a:solidFill>
                <a:latin typeface="Pretendard"/>
                <a:ea typeface="Pretendard"/>
                <a:cs typeface="Pretendard"/>
              </a:defRPr>
            </a:lvl2pPr>
            <a:lvl3pPr algn="l">
              <a:defRPr sz="2175" b="1">
                <a:solidFill>
                  <a:srgbClr val="147571"/>
                </a:solidFill>
                <a:latin typeface="Pretendard"/>
                <a:ea typeface="Pretendard"/>
                <a:cs typeface="Pretendard"/>
              </a:defRPr>
            </a:lvl3pPr>
            <a:lvl4pPr algn="l">
              <a:defRPr sz="2175" b="1">
                <a:solidFill>
                  <a:srgbClr val="147571"/>
                </a:solidFill>
                <a:latin typeface="Pretendard"/>
                <a:ea typeface="Pretendard"/>
                <a:cs typeface="Pretendard"/>
              </a:defRPr>
            </a:lvl4pPr>
            <a:lvl5pPr algn="l">
              <a:defRPr sz="2175" b="1">
                <a:solidFill>
                  <a:srgbClr val="147571"/>
                </a:solidFill>
                <a:latin typeface="Pretendard"/>
                <a:ea typeface="Pretendard"/>
                <a:cs typeface="Pretendard"/>
              </a:defRPr>
            </a:lvl5pPr>
            <a:lvl6pPr algn="l">
              <a:defRPr sz="2175" b="1">
                <a:solidFill>
                  <a:srgbClr val="147571"/>
                </a:solidFill>
                <a:latin typeface="Pretendard"/>
                <a:ea typeface="Pretendard"/>
                <a:cs typeface="Pretendard"/>
              </a:defRPr>
            </a:lvl6pPr>
            <a:lvl7pPr algn="l">
              <a:defRPr sz="2175" b="1">
                <a:solidFill>
                  <a:srgbClr val="147571"/>
                </a:solidFill>
                <a:latin typeface="Pretendard"/>
                <a:ea typeface="Pretendard"/>
                <a:cs typeface="Pretendard"/>
              </a:defRPr>
            </a:lvl7pPr>
            <a:lvl8pPr algn="l">
              <a:defRPr sz="2175" b="1">
                <a:solidFill>
                  <a:srgbClr val="147571"/>
                </a:solidFill>
                <a:latin typeface="Pretendard"/>
                <a:ea typeface="Pretendard"/>
                <a:cs typeface="Pretendard"/>
              </a:defRPr>
            </a:lvl8pPr>
            <a:lvl9pPr algn="l">
              <a:defRPr sz="2175" b="1">
                <a:solidFill>
                  <a:srgbClr val="147571"/>
                </a:solidFill>
                <a:latin typeface="Pretendard"/>
                <a:ea typeface="Pretendard"/>
                <a:cs typeface="Pretendard"/>
              </a:defRPr>
            </a:lvl9pPr>
          </a:lstStyle>
          <a:p xmlns:a="http://schemas.openxmlformats.org/drawingml/2006/main">
            <a:pPr algn="l">
              <a:lnSpc>
                <a:spcPct val="113000"/>
              </a:lnSpc>
              <a:buNone/>
              <a:defRPr sz="2175" b="1">
                <a:solidFill>
                  <a:srgbClr val="147571"/>
                </a:solidFill>
                <a:latin typeface="Pretendard"/>
                <a:ea typeface="Pretendard"/>
                <a:cs typeface="Pretendard"/>
              </a:defRPr>
            </a:pPr>
            <a:r>
              <a:rPr sz="2175" b="1">
                <a:solidFill>
                  <a:srgbClr val="147571"/>
                </a:solidFill>
                <a:latin typeface="Pretendard"/>
                <a:ea typeface="Pretendard"/>
                <a:cs typeface="Pretendard"/>
              </a:rPr>
              <a:t>보드게임</a:t>
            </a:r>
          </a:p>
        </p:txBody>
      </p:sp>
      <p:sp>
        <p:nvSpPr>
          <p:cNvPr id="6" name="">
            <a:extLst xmlns:a="http://schemas.openxmlformats.org/drawingml/2006/main">
              <a:ext uri="{FF2B5EF4-FFF2-40B4-BE49-F238E27FC236}">
                <a16:creationId xmlns:a16="http://schemas.microsoft.com/office/drawing/2014/main" id="{1D53A760-0E93-4102-A30C-9AC9385480D2}"/>
              </a:ext>
            </a:extLst>
          </p:cNvPr>
          <p:cNvSpPr>
            <a:spLocks xmlns:a="http://schemas.openxmlformats.org/drawingml/2006/main" noGrp="1"/>
          </p:cNvSpPr>
          <p:nvPr/>
        </p:nvSpPr>
        <p:spPr>
          <a:xfrm xmlns:a="http://schemas.openxmlformats.org/drawingml/2006/main">
            <a:off x="762000" y="271462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1</a:t>
            </a:r>
          </a:p>
        </p:txBody>
      </p:sp>
      <p:sp>
        <p:nvSpPr>
          <p:cNvPr id="7" name="">
            <a:extLst xmlns:a="http://schemas.openxmlformats.org/drawingml/2006/main">
              <a:ext uri="{FF2B5EF4-FFF2-40B4-BE49-F238E27FC236}">
                <a16:creationId xmlns:a16="http://schemas.microsoft.com/office/drawing/2014/main" id="{34975A9C-BD79-46DE-9327-401C8AEEBFA8}"/>
              </a:ext>
            </a:extLst>
          </p:cNvPr>
          <p:cNvSpPr>
            <a:spLocks xmlns:a="http://schemas.openxmlformats.org/drawingml/2006/main" noGrp="1"/>
          </p:cNvSpPr>
          <p:nvPr/>
        </p:nvSpPr>
        <p:spPr>
          <a:xfrm xmlns:a="http://schemas.openxmlformats.org/drawingml/2006/main">
            <a:off x="1181100" y="271462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경로 선택</a:t>
            </a:r>
          </a:p>
        </p:txBody>
      </p:sp>
      <p:sp>
        <p:nvSpPr>
          <p:cNvPr id="8" name="">
            <a:extLst xmlns:a="http://schemas.openxmlformats.org/drawingml/2006/main">
              <a:ext uri="{FF2B5EF4-FFF2-40B4-BE49-F238E27FC236}">
                <a16:creationId xmlns:a16="http://schemas.microsoft.com/office/drawing/2014/main" id="{6A33682E-86CD-49DD-9599-7FB97E68A206}"/>
              </a:ext>
            </a:extLst>
          </p:cNvPr>
          <p:cNvSpPr>
            <a:spLocks xmlns:a="http://schemas.openxmlformats.org/drawingml/2006/main" noGrp="1"/>
          </p:cNvSpPr>
          <p:nvPr/>
        </p:nvSpPr>
        <p:spPr>
          <a:xfrm xmlns:a="http://schemas.openxmlformats.org/drawingml/2006/main">
            <a:off x="3476625" y="271462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2</a:t>
            </a:r>
          </a:p>
        </p:txBody>
      </p:sp>
      <p:sp>
        <p:nvSpPr>
          <p:cNvPr id="9" name="">
            <a:extLst xmlns:a="http://schemas.openxmlformats.org/drawingml/2006/main">
              <a:ext uri="{FF2B5EF4-FFF2-40B4-BE49-F238E27FC236}">
                <a16:creationId xmlns:a16="http://schemas.microsoft.com/office/drawing/2014/main" id="{4F70E669-78D4-4524-A228-D6A9DABEE31B}"/>
              </a:ext>
            </a:extLst>
          </p:cNvPr>
          <p:cNvSpPr>
            <a:spLocks xmlns:a="http://schemas.openxmlformats.org/drawingml/2006/main" noGrp="1"/>
          </p:cNvSpPr>
          <p:nvPr/>
        </p:nvSpPr>
        <p:spPr>
          <a:xfrm xmlns:a="http://schemas.openxmlformats.org/drawingml/2006/main">
            <a:off x="3895725" y="271462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이동</a:t>
            </a:r>
          </a:p>
        </p:txBody>
      </p:sp>
      <p:sp>
        <p:nvSpPr>
          <p:cNvPr id="10" name="">
            <a:extLst xmlns:a="http://schemas.openxmlformats.org/drawingml/2006/main">
              <a:ext uri="{FF2B5EF4-FFF2-40B4-BE49-F238E27FC236}">
                <a16:creationId xmlns:a16="http://schemas.microsoft.com/office/drawing/2014/main" id="{5DE39BA3-45C2-4AB7-A53D-0CEE23664986}"/>
              </a:ext>
            </a:extLst>
          </p:cNvPr>
          <p:cNvSpPr>
            <a:spLocks xmlns:a="http://schemas.openxmlformats.org/drawingml/2006/main" noGrp="1"/>
          </p:cNvSpPr>
          <p:nvPr/>
        </p:nvSpPr>
        <p:spPr>
          <a:xfrm xmlns:a="http://schemas.openxmlformats.org/drawingml/2006/main">
            <a:off x="6191250" y="271462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3</a:t>
            </a:r>
          </a:p>
        </p:txBody>
      </p:sp>
      <p:sp>
        <p:nvSpPr>
          <p:cNvPr id="11" name="">
            <a:extLst xmlns:a="http://schemas.openxmlformats.org/drawingml/2006/main">
              <a:ext uri="{FF2B5EF4-FFF2-40B4-BE49-F238E27FC236}">
                <a16:creationId xmlns:a16="http://schemas.microsoft.com/office/drawing/2014/main" id="{67B39748-8DAD-45AB-9CF8-24A973D08379}"/>
              </a:ext>
            </a:extLst>
          </p:cNvPr>
          <p:cNvSpPr>
            <a:spLocks xmlns:a="http://schemas.openxmlformats.org/drawingml/2006/main" noGrp="1"/>
          </p:cNvSpPr>
          <p:nvPr/>
        </p:nvSpPr>
        <p:spPr>
          <a:xfrm xmlns:a="http://schemas.openxmlformats.org/drawingml/2006/main">
            <a:off x="6610350" y="271462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장소 카드 읽기</a:t>
            </a:r>
          </a:p>
        </p:txBody>
      </p:sp>
      <p:sp>
        <p:nvSpPr>
          <p:cNvPr id="12" name="">
            <a:extLst xmlns:a="http://schemas.openxmlformats.org/drawingml/2006/main">
              <a:ext uri="{FF2B5EF4-FFF2-40B4-BE49-F238E27FC236}">
                <a16:creationId xmlns:a16="http://schemas.microsoft.com/office/drawing/2014/main" id="{8C673359-4F2A-4940-8ACC-8D1BA13CBF49}"/>
              </a:ext>
            </a:extLst>
          </p:cNvPr>
          <p:cNvSpPr>
            <a:spLocks xmlns:a="http://schemas.openxmlformats.org/drawingml/2006/main" noGrp="1"/>
          </p:cNvSpPr>
          <p:nvPr/>
        </p:nvSpPr>
        <p:spPr>
          <a:xfrm xmlns:a="http://schemas.openxmlformats.org/drawingml/2006/main">
            <a:off x="8905875" y="271462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47571"/>
                </a:solidFill>
                <a:latin typeface="Pretendard"/>
                <a:ea typeface="Pretendard"/>
                <a:cs typeface="Pretendard"/>
              </a:defRPr>
            </a:defPPr>
            <a:lvl1pPr algn="l">
              <a:defRPr sz="2025" b="1">
                <a:solidFill>
                  <a:srgbClr val="147571"/>
                </a:solidFill>
                <a:latin typeface="Pretendard"/>
                <a:ea typeface="Pretendard"/>
                <a:cs typeface="Pretendard"/>
              </a:defRPr>
            </a:lvl1pPr>
            <a:lvl2pPr algn="l">
              <a:defRPr sz="2025" b="1">
                <a:solidFill>
                  <a:srgbClr val="147571"/>
                </a:solidFill>
                <a:latin typeface="Pretendard"/>
                <a:ea typeface="Pretendard"/>
                <a:cs typeface="Pretendard"/>
              </a:defRPr>
            </a:lvl2pPr>
            <a:lvl3pPr algn="l">
              <a:defRPr sz="2025" b="1">
                <a:solidFill>
                  <a:srgbClr val="147571"/>
                </a:solidFill>
                <a:latin typeface="Pretendard"/>
                <a:ea typeface="Pretendard"/>
                <a:cs typeface="Pretendard"/>
              </a:defRPr>
            </a:lvl3pPr>
            <a:lvl4pPr algn="l">
              <a:defRPr sz="2025" b="1">
                <a:solidFill>
                  <a:srgbClr val="147571"/>
                </a:solidFill>
                <a:latin typeface="Pretendard"/>
                <a:ea typeface="Pretendard"/>
                <a:cs typeface="Pretendard"/>
              </a:defRPr>
            </a:lvl4pPr>
            <a:lvl5pPr algn="l">
              <a:defRPr sz="2025" b="1">
                <a:solidFill>
                  <a:srgbClr val="147571"/>
                </a:solidFill>
                <a:latin typeface="Pretendard"/>
                <a:ea typeface="Pretendard"/>
                <a:cs typeface="Pretendard"/>
              </a:defRPr>
            </a:lvl5pPr>
            <a:lvl6pPr algn="l">
              <a:defRPr sz="2025" b="1">
                <a:solidFill>
                  <a:srgbClr val="147571"/>
                </a:solidFill>
                <a:latin typeface="Pretendard"/>
                <a:ea typeface="Pretendard"/>
                <a:cs typeface="Pretendard"/>
              </a:defRPr>
            </a:lvl6pPr>
            <a:lvl7pPr algn="l">
              <a:defRPr sz="2025" b="1">
                <a:solidFill>
                  <a:srgbClr val="147571"/>
                </a:solidFill>
                <a:latin typeface="Pretendard"/>
                <a:ea typeface="Pretendard"/>
                <a:cs typeface="Pretendard"/>
              </a:defRPr>
            </a:lvl7pPr>
            <a:lvl8pPr algn="l">
              <a:defRPr sz="2025" b="1">
                <a:solidFill>
                  <a:srgbClr val="147571"/>
                </a:solidFill>
                <a:latin typeface="Pretendard"/>
                <a:ea typeface="Pretendard"/>
                <a:cs typeface="Pretendard"/>
              </a:defRPr>
            </a:lvl8pPr>
            <a:lvl9pPr algn="l">
              <a:defRPr sz="2025" b="1">
                <a:solidFill>
                  <a:srgbClr val="147571"/>
                </a:solidFill>
                <a:latin typeface="Pretendard"/>
                <a:ea typeface="Pretendard"/>
                <a:cs typeface="Pretendard"/>
              </a:defRPr>
            </a:lvl9pPr>
          </a:lstStyle>
          <a:p xmlns:a="http://schemas.openxmlformats.org/drawingml/2006/main">
            <a:pPr algn="l">
              <a:lnSpc>
                <a:spcPct val="113000"/>
              </a:lnSpc>
              <a:buNone/>
              <a:defRPr sz="2025" b="1">
                <a:solidFill>
                  <a:srgbClr val="147571"/>
                </a:solidFill>
                <a:latin typeface="Pretendard"/>
                <a:ea typeface="Pretendard"/>
                <a:cs typeface="Pretendard"/>
              </a:defRPr>
            </a:pPr>
            <a:r>
              <a:rPr sz="2025" b="1">
                <a:solidFill>
                  <a:srgbClr val="147571"/>
                </a:solidFill>
                <a:latin typeface="Pretendard"/>
                <a:ea typeface="Pretendard"/>
                <a:cs typeface="Pretendard"/>
              </a:rPr>
              <a:t>4</a:t>
            </a:r>
          </a:p>
        </p:txBody>
      </p:sp>
      <p:sp>
        <p:nvSpPr>
          <p:cNvPr id="13" name="">
            <a:extLst xmlns:a="http://schemas.openxmlformats.org/drawingml/2006/main">
              <a:ext uri="{FF2B5EF4-FFF2-40B4-BE49-F238E27FC236}">
                <a16:creationId xmlns:a16="http://schemas.microsoft.com/office/drawing/2014/main" id="{04FB4BC7-59C8-4759-B330-E83DC91276F0}"/>
              </a:ext>
            </a:extLst>
          </p:cNvPr>
          <p:cNvSpPr>
            <a:spLocks xmlns:a="http://schemas.openxmlformats.org/drawingml/2006/main" noGrp="1"/>
          </p:cNvSpPr>
          <p:nvPr/>
        </p:nvSpPr>
        <p:spPr>
          <a:xfrm xmlns:a="http://schemas.openxmlformats.org/drawingml/2006/main">
            <a:off x="9324975" y="271462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미션 수행</a:t>
            </a:r>
          </a:p>
        </p:txBody>
      </p:sp>
      <p:sp>
        <p:nvSpPr>
          <p:cNvPr id="14" name="">
            <a:extLst xmlns:a="http://schemas.openxmlformats.org/drawingml/2006/main">
              <a:ext uri="{FF2B5EF4-FFF2-40B4-BE49-F238E27FC236}">
                <a16:creationId xmlns:a16="http://schemas.microsoft.com/office/drawing/2014/main" id="{D4D35AB1-67D9-4620-A9F9-335A92E9F4A4}"/>
              </a:ext>
            </a:extLst>
          </p:cNvPr>
          <p:cNvSpPr>
            <a:spLocks xmlns:a="http://schemas.openxmlformats.org/drawingml/2006/main" noGrp="1"/>
          </p:cNvSpPr>
          <p:nvPr/>
        </p:nvSpPr>
        <p:spPr>
          <a:xfrm xmlns:a="http://schemas.openxmlformats.org/drawingml/2006/main">
            <a:off x="762000" y="3390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56C66"/>
                </a:solidFill>
                <a:latin typeface="Pretendard"/>
                <a:ea typeface="Pretendard"/>
                <a:cs typeface="Pretendard"/>
              </a:defRPr>
            </a:defPPr>
            <a:lvl1pPr algn="l">
              <a:defRPr sz="2025" b="0">
                <a:solidFill>
                  <a:srgbClr val="656C66"/>
                </a:solidFill>
                <a:latin typeface="Pretendard"/>
                <a:ea typeface="Pretendard"/>
                <a:cs typeface="Pretendard"/>
              </a:defRPr>
            </a:lvl1pPr>
            <a:lvl2pPr algn="l">
              <a:defRPr sz="2025" b="0">
                <a:solidFill>
                  <a:srgbClr val="656C66"/>
                </a:solidFill>
                <a:latin typeface="Pretendard"/>
                <a:ea typeface="Pretendard"/>
                <a:cs typeface="Pretendard"/>
              </a:defRPr>
            </a:lvl2pPr>
            <a:lvl3pPr algn="l">
              <a:defRPr sz="2025" b="0">
                <a:solidFill>
                  <a:srgbClr val="656C66"/>
                </a:solidFill>
                <a:latin typeface="Pretendard"/>
                <a:ea typeface="Pretendard"/>
                <a:cs typeface="Pretendard"/>
              </a:defRPr>
            </a:lvl3pPr>
            <a:lvl4pPr algn="l">
              <a:defRPr sz="2025" b="0">
                <a:solidFill>
                  <a:srgbClr val="656C66"/>
                </a:solidFill>
                <a:latin typeface="Pretendard"/>
                <a:ea typeface="Pretendard"/>
                <a:cs typeface="Pretendard"/>
              </a:defRPr>
            </a:lvl4pPr>
            <a:lvl5pPr algn="l">
              <a:defRPr sz="2025" b="0">
                <a:solidFill>
                  <a:srgbClr val="656C66"/>
                </a:solidFill>
                <a:latin typeface="Pretendard"/>
                <a:ea typeface="Pretendard"/>
                <a:cs typeface="Pretendard"/>
              </a:defRPr>
            </a:lvl5pPr>
            <a:lvl6pPr algn="l">
              <a:defRPr sz="2025" b="0">
                <a:solidFill>
                  <a:srgbClr val="656C66"/>
                </a:solidFill>
                <a:latin typeface="Pretendard"/>
                <a:ea typeface="Pretendard"/>
                <a:cs typeface="Pretendard"/>
              </a:defRPr>
            </a:lvl6pPr>
            <a:lvl7pPr algn="l">
              <a:defRPr sz="2025" b="0">
                <a:solidFill>
                  <a:srgbClr val="656C66"/>
                </a:solidFill>
                <a:latin typeface="Pretendard"/>
                <a:ea typeface="Pretendard"/>
                <a:cs typeface="Pretendard"/>
              </a:defRPr>
            </a:lvl7pPr>
            <a:lvl8pPr algn="l">
              <a:defRPr sz="2025" b="0">
                <a:solidFill>
                  <a:srgbClr val="656C66"/>
                </a:solidFill>
                <a:latin typeface="Pretendard"/>
                <a:ea typeface="Pretendard"/>
                <a:cs typeface="Pretendard"/>
              </a:defRPr>
            </a:lvl8pPr>
            <a:lvl9pPr algn="l">
              <a:defRPr sz="2025" b="0">
                <a:solidFill>
                  <a:srgbClr val="656C66"/>
                </a:solidFill>
                <a:latin typeface="Pretendard"/>
                <a:ea typeface="Pretendard"/>
                <a:cs typeface="Pretendard"/>
              </a:defRPr>
            </a:lvl9pPr>
          </a:lstStyle>
          <a:p xmlns:a="http://schemas.openxmlformats.org/drawingml/2006/main">
            <a:pPr algn="l">
              <a:lnSpc>
                <a:spcPct val="113000"/>
              </a:lnSpc>
              <a:buNone/>
              <a:defRPr sz="2025" b="0">
                <a:solidFill>
                  <a:srgbClr val="656C66"/>
                </a:solidFill>
                <a:latin typeface="Pretendard"/>
                <a:ea typeface="Pretendard"/>
                <a:cs typeface="Pretendard"/>
              </a:defRPr>
            </a:pPr>
            <a:r>
              <a:rPr sz="2025" b="0">
                <a:solidFill>
                  <a:srgbClr val="656C66"/>
                </a:solidFill>
                <a:latin typeface="Pretendard"/>
                <a:ea typeface="Pretendard"/>
                <a:cs typeface="Pretendard"/>
              </a:rPr>
              <a:t>종료 예시: 장소 미션 3개를 마치고 도착지에 먼저 도착</a:t>
            </a:r>
          </a:p>
        </p:txBody>
      </p:sp>
      <p:sp>
        <p:nvSpPr>
          <p:cNvPr id="15" name="">
            <a:extLst xmlns:a="http://schemas.openxmlformats.org/drawingml/2006/main">
              <a:ext uri="{FF2B5EF4-FFF2-40B4-BE49-F238E27FC236}">
                <a16:creationId xmlns:a16="http://schemas.microsoft.com/office/drawing/2014/main" id="{F7F89491-A7BE-48E1-9A6C-19D9A0A5474B}"/>
              </a:ext>
            </a:extLst>
          </p:cNvPr>
          <p:cNvSpPr>
            <a:spLocks xmlns:a="http://schemas.openxmlformats.org/drawingml/2006/main" noGrp="1"/>
          </p:cNvSpPr>
          <p:nvPr/>
        </p:nvSpPr>
        <p:spPr>
          <a:xfrm xmlns:a="http://schemas.openxmlformats.org/drawingml/2006/main">
            <a:off x="762000" y="40481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9E94DF6-1406-4AEB-A29D-73842F39C239}"/>
              </a:ext>
            </a:extLst>
          </p:cNvPr>
          <p:cNvSpPr>
            <a:spLocks xmlns:a="http://schemas.openxmlformats.org/drawingml/2006/main" noGrp="1"/>
          </p:cNvSpPr>
          <p:nvPr/>
        </p:nvSpPr>
        <p:spPr>
          <a:xfrm xmlns:a="http://schemas.openxmlformats.org/drawingml/2006/main">
            <a:off x="762000" y="43910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A34F3D"/>
                </a:solidFill>
                <a:latin typeface="Pretendard"/>
                <a:ea typeface="Pretendard"/>
                <a:cs typeface="Pretendard"/>
              </a:defRPr>
            </a:defPPr>
            <a:lvl1pPr algn="l">
              <a:defRPr sz="2175" b="1">
                <a:solidFill>
                  <a:srgbClr val="A34F3D"/>
                </a:solidFill>
                <a:latin typeface="Pretendard"/>
                <a:ea typeface="Pretendard"/>
                <a:cs typeface="Pretendard"/>
              </a:defRPr>
            </a:lvl1pPr>
            <a:lvl2pPr algn="l">
              <a:defRPr sz="2175" b="1">
                <a:solidFill>
                  <a:srgbClr val="A34F3D"/>
                </a:solidFill>
                <a:latin typeface="Pretendard"/>
                <a:ea typeface="Pretendard"/>
                <a:cs typeface="Pretendard"/>
              </a:defRPr>
            </a:lvl2pPr>
            <a:lvl3pPr algn="l">
              <a:defRPr sz="2175" b="1">
                <a:solidFill>
                  <a:srgbClr val="A34F3D"/>
                </a:solidFill>
                <a:latin typeface="Pretendard"/>
                <a:ea typeface="Pretendard"/>
                <a:cs typeface="Pretendard"/>
              </a:defRPr>
            </a:lvl3pPr>
            <a:lvl4pPr algn="l">
              <a:defRPr sz="2175" b="1">
                <a:solidFill>
                  <a:srgbClr val="A34F3D"/>
                </a:solidFill>
                <a:latin typeface="Pretendard"/>
                <a:ea typeface="Pretendard"/>
                <a:cs typeface="Pretendard"/>
              </a:defRPr>
            </a:lvl4pPr>
            <a:lvl5pPr algn="l">
              <a:defRPr sz="2175" b="1">
                <a:solidFill>
                  <a:srgbClr val="A34F3D"/>
                </a:solidFill>
                <a:latin typeface="Pretendard"/>
                <a:ea typeface="Pretendard"/>
                <a:cs typeface="Pretendard"/>
              </a:defRPr>
            </a:lvl5pPr>
            <a:lvl6pPr algn="l">
              <a:defRPr sz="2175" b="1">
                <a:solidFill>
                  <a:srgbClr val="A34F3D"/>
                </a:solidFill>
                <a:latin typeface="Pretendard"/>
                <a:ea typeface="Pretendard"/>
                <a:cs typeface="Pretendard"/>
              </a:defRPr>
            </a:lvl6pPr>
            <a:lvl7pPr algn="l">
              <a:defRPr sz="2175" b="1">
                <a:solidFill>
                  <a:srgbClr val="A34F3D"/>
                </a:solidFill>
                <a:latin typeface="Pretendard"/>
                <a:ea typeface="Pretendard"/>
                <a:cs typeface="Pretendard"/>
              </a:defRPr>
            </a:lvl7pPr>
            <a:lvl8pPr algn="l">
              <a:defRPr sz="2175" b="1">
                <a:solidFill>
                  <a:srgbClr val="A34F3D"/>
                </a:solidFill>
                <a:latin typeface="Pretendard"/>
                <a:ea typeface="Pretendard"/>
                <a:cs typeface="Pretendard"/>
              </a:defRPr>
            </a:lvl8pPr>
            <a:lvl9pPr algn="l">
              <a:defRPr sz="2175" b="1">
                <a:solidFill>
                  <a:srgbClr val="A34F3D"/>
                </a:solidFill>
                <a:latin typeface="Pretendard"/>
                <a:ea typeface="Pretendard"/>
                <a:cs typeface="Pretendard"/>
              </a:defRPr>
            </a:lvl9pPr>
          </a:lstStyle>
          <a:p xmlns:a="http://schemas.openxmlformats.org/drawingml/2006/main">
            <a:pPr algn="l">
              <a:lnSpc>
                <a:spcPct val="113000"/>
              </a:lnSpc>
              <a:buNone/>
              <a:defRPr sz="2175" b="1">
                <a:solidFill>
                  <a:srgbClr val="A34F3D"/>
                </a:solidFill>
                <a:latin typeface="Pretendard"/>
                <a:ea typeface="Pretendard"/>
                <a:cs typeface="Pretendard"/>
              </a:defRPr>
            </a:pPr>
            <a:r>
              <a:rPr sz="2175" b="1">
                <a:solidFill>
                  <a:srgbClr val="A34F3D"/>
                </a:solidFill>
                <a:latin typeface="Pretendard"/>
                <a:ea typeface="Pretendard"/>
                <a:cs typeface="Pretendard"/>
              </a:rPr>
              <a:t>체험형 교구</a:t>
            </a:r>
          </a:p>
        </p:txBody>
      </p:sp>
      <p:sp>
        <p:nvSpPr>
          <p:cNvPr id="17" name="">
            <a:extLst xmlns:a="http://schemas.openxmlformats.org/drawingml/2006/main">
              <a:ext uri="{FF2B5EF4-FFF2-40B4-BE49-F238E27FC236}">
                <a16:creationId xmlns:a16="http://schemas.microsoft.com/office/drawing/2014/main" id="{1F8DB36E-D2DA-4AF0-942B-6AF85B5BB553}"/>
              </a:ext>
            </a:extLst>
          </p:cNvPr>
          <p:cNvSpPr>
            <a:spLocks xmlns:a="http://schemas.openxmlformats.org/drawingml/2006/main" noGrp="1"/>
          </p:cNvSpPr>
          <p:nvPr/>
        </p:nvSpPr>
        <p:spPr>
          <a:xfrm xmlns:a="http://schemas.openxmlformats.org/drawingml/2006/main">
            <a:off x="762000" y="498157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34F3D"/>
                </a:solidFill>
                <a:latin typeface="Pretendard"/>
                <a:ea typeface="Pretendard"/>
                <a:cs typeface="Pretendard"/>
              </a:defRPr>
            </a:defPPr>
            <a:lvl1pPr algn="l">
              <a:defRPr sz="2025" b="1">
                <a:solidFill>
                  <a:srgbClr val="A34F3D"/>
                </a:solidFill>
                <a:latin typeface="Pretendard"/>
                <a:ea typeface="Pretendard"/>
                <a:cs typeface="Pretendard"/>
              </a:defRPr>
            </a:lvl1pPr>
            <a:lvl2pPr algn="l">
              <a:defRPr sz="2025" b="1">
                <a:solidFill>
                  <a:srgbClr val="A34F3D"/>
                </a:solidFill>
                <a:latin typeface="Pretendard"/>
                <a:ea typeface="Pretendard"/>
                <a:cs typeface="Pretendard"/>
              </a:defRPr>
            </a:lvl2pPr>
            <a:lvl3pPr algn="l">
              <a:defRPr sz="2025" b="1">
                <a:solidFill>
                  <a:srgbClr val="A34F3D"/>
                </a:solidFill>
                <a:latin typeface="Pretendard"/>
                <a:ea typeface="Pretendard"/>
                <a:cs typeface="Pretendard"/>
              </a:defRPr>
            </a:lvl3pPr>
            <a:lvl4pPr algn="l">
              <a:defRPr sz="2025" b="1">
                <a:solidFill>
                  <a:srgbClr val="A34F3D"/>
                </a:solidFill>
                <a:latin typeface="Pretendard"/>
                <a:ea typeface="Pretendard"/>
                <a:cs typeface="Pretendard"/>
              </a:defRPr>
            </a:lvl4pPr>
            <a:lvl5pPr algn="l">
              <a:defRPr sz="2025" b="1">
                <a:solidFill>
                  <a:srgbClr val="A34F3D"/>
                </a:solidFill>
                <a:latin typeface="Pretendard"/>
                <a:ea typeface="Pretendard"/>
                <a:cs typeface="Pretendard"/>
              </a:defRPr>
            </a:lvl5pPr>
            <a:lvl6pPr algn="l">
              <a:defRPr sz="2025" b="1">
                <a:solidFill>
                  <a:srgbClr val="A34F3D"/>
                </a:solidFill>
                <a:latin typeface="Pretendard"/>
                <a:ea typeface="Pretendard"/>
                <a:cs typeface="Pretendard"/>
              </a:defRPr>
            </a:lvl6pPr>
            <a:lvl7pPr algn="l">
              <a:defRPr sz="2025" b="1">
                <a:solidFill>
                  <a:srgbClr val="A34F3D"/>
                </a:solidFill>
                <a:latin typeface="Pretendard"/>
                <a:ea typeface="Pretendard"/>
                <a:cs typeface="Pretendard"/>
              </a:defRPr>
            </a:lvl7pPr>
            <a:lvl8pPr algn="l">
              <a:defRPr sz="2025" b="1">
                <a:solidFill>
                  <a:srgbClr val="A34F3D"/>
                </a:solidFill>
                <a:latin typeface="Pretendard"/>
                <a:ea typeface="Pretendard"/>
                <a:cs typeface="Pretendard"/>
              </a:defRPr>
            </a:lvl8pPr>
            <a:lvl9pPr algn="l">
              <a:defRPr sz="2025" b="1">
                <a:solidFill>
                  <a:srgbClr val="A34F3D"/>
                </a:solidFill>
                <a:latin typeface="Pretendard"/>
                <a:ea typeface="Pretendard"/>
                <a:cs typeface="Pretendard"/>
              </a:defRPr>
            </a:lvl9pPr>
          </a:lstStyle>
          <a:p xmlns:a="http://schemas.openxmlformats.org/drawingml/2006/main">
            <a:pPr algn="l">
              <a:lnSpc>
                <a:spcPct val="113000"/>
              </a:lnSpc>
              <a:buNone/>
              <a:defRPr sz="2025" b="1">
                <a:solidFill>
                  <a:srgbClr val="A34F3D"/>
                </a:solidFill>
                <a:latin typeface="Pretendard"/>
                <a:ea typeface="Pretendard"/>
                <a:cs typeface="Pretendard"/>
              </a:defRPr>
            </a:pPr>
            <a:r>
              <a:rPr sz="2025" b="1">
                <a:solidFill>
                  <a:srgbClr val="A34F3D"/>
                </a:solidFill>
                <a:latin typeface="Pretendard"/>
                <a:ea typeface="Pretendard"/>
                <a:cs typeface="Pretendard"/>
              </a:rPr>
              <a:t>1</a:t>
            </a:r>
          </a:p>
        </p:txBody>
      </p:sp>
      <p:sp>
        <p:nvSpPr>
          <p:cNvPr id="18" name="">
            <a:extLst xmlns:a="http://schemas.openxmlformats.org/drawingml/2006/main">
              <a:ext uri="{FF2B5EF4-FFF2-40B4-BE49-F238E27FC236}">
                <a16:creationId xmlns:a16="http://schemas.microsoft.com/office/drawing/2014/main" id="{8883AFCE-9355-4B84-8B18-41DC16EB8D0C}"/>
              </a:ext>
            </a:extLst>
          </p:cNvPr>
          <p:cNvSpPr>
            <a:spLocks xmlns:a="http://schemas.openxmlformats.org/drawingml/2006/main" noGrp="1"/>
          </p:cNvSpPr>
          <p:nvPr/>
        </p:nvSpPr>
        <p:spPr>
          <a:xfrm xmlns:a="http://schemas.openxmlformats.org/drawingml/2006/main">
            <a:off x="1181100" y="498157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질문 선택</a:t>
            </a:r>
          </a:p>
        </p:txBody>
      </p:sp>
      <p:sp>
        <p:nvSpPr>
          <p:cNvPr id="19" name="">
            <a:extLst xmlns:a="http://schemas.openxmlformats.org/drawingml/2006/main">
              <a:ext uri="{FF2B5EF4-FFF2-40B4-BE49-F238E27FC236}">
                <a16:creationId xmlns:a16="http://schemas.microsoft.com/office/drawing/2014/main" id="{32EAC734-AC28-4BC1-A513-D061F38D2C47}"/>
              </a:ext>
            </a:extLst>
          </p:cNvPr>
          <p:cNvSpPr>
            <a:spLocks xmlns:a="http://schemas.openxmlformats.org/drawingml/2006/main" noGrp="1"/>
          </p:cNvSpPr>
          <p:nvPr/>
        </p:nvSpPr>
        <p:spPr>
          <a:xfrm xmlns:a="http://schemas.openxmlformats.org/drawingml/2006/main">
            <a:off x="3476625" y="498157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34F3D"/>
                </a:solidFill>
                <a:latin typeface="Pretendard"/>
                <a:ea typeface="Pretendard"/>
                <a:cs typeface="Pretendard"/>
              </a:defRPr>
            </a:defPPr>
            <a:lvl1pPr algn="l">
              <a:defRPr sz="2025" b="1">
                <a:solidFill>
                  <a:srgbClr val="A34F3D"/>
                </a:solidFill>
                <a:latin typeface="Pretendard"/>
                <a:ea typeface="Pretendard"/>
                <a:cs typeface="Pretendard"/>
              </a:defRPr>
            </a:lvl1pPr>
            <a:lvl2pPr algn="l">
              <a:defRPr sz="2025" b="1">
                <a:solidFill>
                  <a:srgbClr val="A34F3D"/>
                </a:solidFill>
                <a:latin typeface="Pretendard"/>
                <a:ea typeface="Pretendard"/>
                <a:cs typeface="Pretendard"/>
              </a:defRPr>
            </a:lvl2pPr>
            <a:lvl3pPr algn="l">
              <a:defRPr sz="2025" b="1">
                <a:solidFill>
                  <a:srgbClr val="A34F3D"/>
                </a:solidFill>
                <a:latin typeface="Pretendard"/>
                <a:ea typeface="Pretendard"/>
                <a:cs typeface="Pretendard"/>
              </a:defRPr>
            </a:lvl3pPr>
            <a:lvl4pPr algn="l">
              <a:defRPr sz="2025" b="1">
                <a:solidFill>
                  <a:srgbClr val="A34F3D"/>
                </a:solidFill>
                <a:latin typeface="Pretendard"/>
                <a:ea typeface="Pretendard"/>
                <a:cs typeface="Pretendard"/>
              </a:defRPr>
            </a:lvl4pPr>
            <a:lvl5pPr algn="l">
              <a:defRPr sz="2025" b="1">
                <a:solidFill>
                  <a:srgbClr val="A34F3D"/>
                </a:solidFill>
                <a:latin typeface="Pretendard"/>
                <a:ea typeface="Pretendard"/>
                <a:cs typeface="Pretendard"/>
              </a:defRPr>
            </a:lvl5pPr>
            <a:lvl6pPr algn="l">
              <a:defRPr sz="2025" b="1">
                <a:solidFill>
                  <a:srgbClr val="A34F3D"/>
                </a:solidFill>
                <a:latin typeface="Pretendard"/>
                <a:ea typeface="Pretendard"/>
                <a:cs typeface="Pretendard"/>
              </a:defRPr>
            </a:lvl6pPr>
            <a:lvl7pPr algn="l">
              <a:defRPr sz="2025" b="1">
                <a:solidFill>
                  <a:srgbClr val="A34F3D"/>
                </a:solidFill>
                <a:latin typeface="Pretendard"/>
                <a:ea typeface="Pretendard"/>
                <a:cs typeface="Pretendard"/>
              </a:defRPr>
            </a:lvl7pPr>
            <a:lvl8pPr algn="l">
              <a:defRPr sz="2025" b="1">
                <a:solidFill>
                  <a:srgbClr val="A34F3D"/>
                </a:solidFill>
                <a:latin typeface="Pretendard"/>
                <a:ea typeface="Pretendard"/>
                <a:cs typeface="Pretendard"/>
              </a:defRPr>
            </a:lvl8pPr>
            <a:lvl9pPr algn="l">
              <a:defRPr sz="2025" b="1">
                <a:solidFill>
                  <a:srgbClr val="A34F3D"/>
                </a:solidFill>
                <a:latin typeface="Pretendard"/>
                <a:ea typeface="Pretendard"/>
                <a:cs typeface="Pretendard"/>
              </a:defRPr>
            </a:lvl9pPr>
          </a:lstStyle>
          <a:p xmlns:a="http://schemas.openxmlformats.org/drawingml/2006/main">
            <a:pPr algn="l">
              <a:lnSpc>
                <a:spcPct val="113000"/>
              </a:lnSpc>
              <a:buNone/>
              <a:defRPr sz="2025" b="1">
                <a:solidFill>
                  <a:srgbClr val="A34F3D"/>
                </a:solidFill>
                <a:latin typeface="Pretendard"/>
                <a:ea typeface="Pretendard"/>
                <a:cs typeface="Pretendard"/>
              </a:defRPr>
            </a:pPr>
            <a:r>
              <a:rPr sz="2025" b="1">
                <a:solidFill>
                  <a:srgbClr val="A34F3D"/>
                </a:solidFill>
                <a:latin typeface="Pretendard"/>
                <a:ea typeface="Pretendard"/>
                <a:cs typeface="Pretendard"/>
              </a:rPr>
              <a:t>2</a:t>
            </a:r>
          </a:p>
        </p:txBody>
      </p:sp>
      <p:sp>
        <p:nvSpPr>
          <p:cNvPr id="20" name="">
            <a:extLst xmlns:a="http://schemas.openxmlformats.org/drawingml/2006/main">
              <a:ext uri="{FF2B5EF4-FFF2-40B4-BE49-F238E27FC236}">
                <a16:creationId xmlns:a16="http://schemas.microsoft.com/office/drawing/2014/main" id="{983B7723-C7AF-4BCF-9872-7C6C9777D07D}"/>
              </a:ext>
            </a:extLst>
          </p:cNvPr>
          <p:cNvSpPr>
            <a:spLocks xmlns:a="http://schemas.openxmlformats.org/drawingml/2006/main" noGrp="1"/>
          </p:cNvSpPr>
          <p:nvPr/>
        </p:nvSpPr>
        <p:spPr>
          <a:xfrm xmlns:a="http://schemas.openxmlformats.org/drawingml/2006/main">
            <a:off x="3895725" y="498157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자료 읽기</a:t>
            </a:r>
          </a:p>
        </p:txBody>
      </p:sp>
      <p:sp>
        <p:nvSpPr>
          <p:cNvPr id="21" name="">
            <a:extLst xmlns:a="http://schemas.openxmlformats.org/drawingml/2006/main">
              <a:ext uri="{FF2B5EF4-FFF2-40B4-BE49-F238E27FC236}">
                <a16:creationId xmlns:a16="http://schemas.microsoft.com/office/drawing/2014/main" id="{73A91C02-80E6-4094-94FB-4E241BD19B5E}"/>
              </a:ext>
            </a:extLst>
          </p:cNvPr>
          <p:cNvSpPr>
            <a:spLocks xmlns:a="http://schemas.openxmlformats.org/drawingml/2006/main" noGrp="1"/>
          </p:cNvSpPr>
          <p:nvPr/>
        </p:nvSpPr>
        <p:spPr>
          <a:xfrm xmlns:a="http://schemas.openxmlformats.org/drawingml/2006/main">
            <a:off x="6191250" y="498157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34F3D"/>
                </a:solidFill>
                <a:latin typeface="Pretendard"/>
                <a:ea typeface="Pretendard"/>
                <a:cs typeface="Pretendard"/>
              </a:defRPr>
            </a:defPPr>
            <a:lvl1pPr algn="l">
              <a:defRPr sz="2025" b="1">
                <a:solidFill>
                  <a:srgbClr val="A34F3D"/>
                </a:solidFill>
                <a:latin typeface="Pretendard"/>
                <a:ea typeface="Pretendard"/>
                <a:cs typeface="Pretendard"/>
              </a:defRPr>
            </a:lvl1pPr>
            <a:lvl2pPr algn="l">
              <a:defRPr sz="2025" b="1">
                <a:solidFill>
                  <a:srgbClr val="A34F3D"/>
                </a:solidFill>
                <a:latin typeface="Pretendard"/>
                <a:ea typeface="Pretendard"/>
                <a:cs typeface="Pretendard"/>
              </a:defRPr>
            </a:lvl2pPr>
            <a:lvl3pPr algn="l">
              <a:defRPr sz="2025" b="1">
                <a:solidFill>
                  <a:srgbClr val="A34F3D"/>
                </a:solidFill>
                <a:latin typeface="Pretendard"/>
                <a:ea typeface="Pretendard"/>
                <a:cs typeface="Pretendard"/>
              </a:defRPr>
            </a:lvl3pPr>
            <a:lvl4pPr algn="l">
              <a:defRPr sz="2025" b="1">
                <a:solidFill>
                  <a:srgbClr val="A34F3D"/>
                </a:solidFill>
                <a:latin typeface="Pretendard"/>
                <a:ea typeface="Pretendard"/>
                <a:cs typeface="Pretendard"/>
              </a:defRPr>
            </a:lvl4pPr>
            <a:lvl5pPr algn="l">
              <a:defRPr sz="2025" b="1">
                <a:solidFill>
                  <a:srgbClr val="A34F3D"/>
                </a:solidFill>
                <a:latin typeface="Pretendard"/>
                <a:ea typeface="Pretendard"/>
                <a:cs typeface="Pretendard"/>
              </a:defRPr>
            </a:lvl5pPr>
            <a:lvl6pPr algn="l">
              <a:defRPr sz="2025" b="1">
                <a:solidFill>
                  <a:srgbClr val="A34F3D"/>
                </a:solidFill>
                <a:latin typeface="Pretendard"/>
                <a:ea typeface="Pretendard"/>
                <a:cs typeface="Pretendard"/>
              </a:defRPr>
            </a:lvl6pPr>
            <a:lvl7pPr algn="l">
              <a:defRPr sz="2025" b="1">
                <a:solidFill>
                  <a:srgbClr val="A34F3D"/>
                </a:solidFill>
                <a:latin typeface="Pretendard"/>
                <a:ea typeface="Pretendard"/>
                <a:cs typeface="Pretendard"/>
              </a:defRPr>
            </a:lvl7pPr>
            <a:lvl8pPr algn="l">
              <a:defRPr sz="2025" b="1">
                <a:solidFill>
                  <a:srgbClr val="A34F3D"/>
                </a:solidFill>
                <a:latin typeface="Pretendard"/>
                <a:ea typeface="Pretendard"/>
                <a:cs typeface="Pretendard"/>
              </a:defRPr>
            </a:lvl8pPr>
            <a:lvl9pPr algn="l">
              <a:defRPr sz="2025" b="1">
                <a:solidFill>
                  <a:srgbClr val="A34F3D"/>
                </a:solidFill>
                <a:latin typeface="Pretendard"/>
                <a:ea typeface="Pretendard"/>
                <a:cs typeface="Pretendard"/>
              </a:defRPr>
            </a:lvl9pPr>
          </a:lstStyle>
          <a:p xmlns:a="http://schemas.openxmlformats.org/drawingml/2006/main">
            <a:pPr algn="l">
              <a:lnSpc>
                <a:spcPct val="113000"/>
              </a:lnSpc>
              <a:buNone/>
              <a:defRPr sz="2025" b="1">
                <a:solidFill>
                  <a:srgbClr val="A34F3D"/>
                </a:solidFill>
                <a:latin typeface="Pretendard"/>
                <a:ea typeface="Pretendard"/>
                <a:cs typeface="Pretendard"/>
              </a:defRPr>
            </a:pPr>
            <a:r>
              <a:rPr sz="2025" b="1">
                <a:solidFill>
                  <a:srgbClr val="A34F3D"/>
                </a:solidFill>
                <a:latin typeface="Pretendard"/>
                <a:ea typeface="Pretendard"/>
                <a:cs typeface="Pretendard"/>
              </a:rPr>
              <a:t>3</a:t>
            </a:r>
          </a:p>
        </p:txBody>
      </p:sp>
      <p:sp>
        <p:nvSpPr>
          <p:cNvPr id="22" name="">
            <a:extLst xmlns:a="http://schemas.openxmlformats.org/drawingml/2006/main">
              <a:ext uri="{FF2B5EF4-FFF2-40B4-BE49-F238E27FC236}">
                <a16:creationId xmlns:a16="http://schemas.microsoft.com/office/drawing/2014/main" id="{AF891C6C-6406-45C9-9C28-FD6221BAE79D}"/>
              </a:ext>
            </a:extLst>
          </p:cNvPr>
          <p:cNvSpPr>
            <a:spLocks xmlns:a="http://schemas.openxmlformats.org/drawingml/2006/main" noGrp="1"/>
          </p:cNvSpPr>
          <p:nvPr/>
        </p:nvSpPr>
        <p:spPr>
          <a:xfrm xmlns:a="http://schemas.openxmlformats.org/drawingml/2006/main">
            <a:off x="6610350" y="498157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전시판에 배치</a:t>
            </a:r>
          </a:p>
        </p:txBody>
      </p:sp>
      <p:sp>
        <p:nvSpPr>
          <p:cNvPr id="23" name="">
            <a:extLst xmlns:a="http://schemas.openxmlformats.org/drawingml/2006/main">
              <a:ext uri="{FF2B5EF4-FFF2-40B4-BE49-F238E27FC236}">
                <a16:creationId xmlns:a16="http://schemas.microsoft.com/office/drawing/2014/main" id="{1F13AF99-86FF-4C0D-B3E1-B909F361AD5F}"/>
              </a:ext>
            </a:extLst>
          </p:cNvPr>
          <p:cNvSpPr>
            <a:spLocks xmlns:a="http://schemas.openxmlformats.org/drawingml/2006/main" noGrp="1"/>
          </p:cNvSpPr>
          <p:nvPr/>
        </p:nvSpPr>
        <p:spPr>
          <a:xfrm xmlns:a="http://schemas.openxmlformats.org/drawingml/2006/main">
            <a:off x="8905875" y="4981575"/>
            <a:ext cx="34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34F3D"/>
                </a:solidFill>
                <a:latin typeface="Pretendard"/>
                <a:ea typeface="Pretendard"/>
                <a:cs typeface="Pretendard"/>
              </a:defRPr>
            </a:defPPr>
            <a:lvl1pPr algn="l">
              <a:defRPr sz="2025" b="1">
                <a:solidFill>
                  <a:srgbClr val="A34F3D"/>
                </a:solidFill>
                <a:latin typeface="Pretendard"/>
                <a:ea typeface="Pretendard"/>
                <a:cs typeface="Pretendard"/>
              </a:defRPr>
            </a:lvl1pPr>
            <a:lvl2pPr algn="l">
              <a:defRPr sz="2025" b="1">
                <a:solidFill>
                  <a:srgbClr val="A34F3D"/>
                </a:solidFill>
                <a:latin typeface="Pretendard"/>
                <a:ea typeface="Pretendard"/>
                <a:cs typeface="Pretendard"/>
              </a:defRPr>
            </a:lvl2pPr>
            <a:lvl3pPr algn="l">
              <a:defRPr sz="2025" b="1">
                <a:solidFill>
                  <a:srgbClr val="A34F3D"/>
                </a:solidFill>
                <a:latin typeface="Pretendard"/>
                <a:ea typeface="Pretendard"/>
                <a:cs typeface="Pretendard"/>
              </a:defRPr>
            </a:lvl3pPr>
            <a:lvl4pPr algn="l">
              <a:defRPr sz="2025" b="1">
                <a:solidFill>
                  <a:srgbClr val="A34F3D"/>
                </a:solidFill>
                <a:latin typeface="Pretendard"/>
                <a:ea typeface="Pretendard"/>
                <a:cs typeface="Pretendard"/>
              </a:defRPr>
            </a:lvl4pPr>
            <a:lvl5pPr algn="l">
              <a:defRPr sz="2025" b="1">
                <a:solidFill>
                  <a:srgbClr val="A34F3D"/>
                </a:solidFill>
                <a:latin typeface="Pretendard"/>
                <a:ea typeface="Pretendard"/>
                <a:cs typeface="Pretendard"/>
              </a:defRPr>
            </a:lvl5pPr>
            <a:lvl6pPr algn="l">
              <a:defRPr sz="2025" b="1">
                <a:solidFill>
                  <a:srgbClr val="A34F3D"/>
                </a:solidFill>
                <a:latin typeface="Pretendard"/>
                <a:ea typeface="Pretendard"/>
                <a:cs typeface="Pretendard"/>
              </a:defRPr>
            </a:lvl6pPr>
            <a:lvl7pPr algn="l">
              <a:defRPr sz="2025" b="1">
                <a:solidFill>
                  <a:srgbClr val="A34F3D"/>
                </a:solidFill>
                <a:latin typeface="Pretendard"/>
                <a:ea typeface="Pretendard"/>
                <a:cs typeface="Pretendard"/>
              </a:defRPr>
            </a:lvl7pPr>
            <a:lvl8pPr algn="l">
              <a:defRPr sz="2025" b="1">
                <a:solidFill>
                  <a:srgbClr val="A34F3D"/>
                </a:solidFill>
                <a:latin typeface="Pretendard"/>
                <a:ea typeface="Pretendard"/>
                <a:cs typeface="Pretendard"/>
              </a:defRPr>
            </a:lvl8pPr>
            <a:lvl9pPr algn="l">
              <a:defRPr sz="2025" b="1">
                <a:solidFill>
                  <a:srgbClr val="A34F3D"/>
                </a:solidFill>
                <a:latin typeface="Pretendard"/>
                <a:ea typeface="Pretendard"/>
                <a:cs typeface="Pretendard"/>
              </a:defRPr>
            </a:lvl9pPr>
          </a:lstStyle>
          <a:p xmlns:a="http://schemas.openxmlformats.org/drawingml/2006/main">
            <a:pPr algn="l">
              <a:lnSpc>
                <a:spcPct val="113000"/>
              </a:lnSpc>
              <a:buNone/>
              <a:defRPr sz="2025" b="1">
                <a:solidFill>
                  <a:srgbClr val="A34F3D"/>
                </a:solidFill>
                <a:latin typeface="Pretendard"/>
                <a:ea typeface="Pretendard"/>
                <a:cs typeface="Pretendard"/>
              </a:defRPr>
            </a:pPr>
            <a:r>
              <a:rPr sz="2025" b="1">
                <a:solidFill>
                  <a:srgbClr val="A34F3D"/>
                </a:solidFill>
                <a:latin typeface="Pretendard"/>
                <a:ea typeface="Pretendard"/>
                <a:cs typeface="Pretendard"/>
              </a:rPr>
              <a:t>4</a:t>
            </a:r>
          </a:p>
        </p:txBody>
      </p:sp>
      <p:sp>
        <p:nvSpPr>
          <p:cNvPr id="24" name="">
            <a:extLst xmlns:a="http://schemas.openxmlformats.org/drawingml/2006/main">
              <a:ext uri="{FF2B5EF4-FFF2-40B4-BE49-F238E27FC236}">
                <a16:creationId xmlns:a16="http://schemas.microsoft.com/office/drawing/2014/main" id="{B771EC20-E355-498D-A24A-65937783999C}"/>
              </a:ext>
            </a:extLst>
          </p:cNvPr>
          <p:cNvSpPr>
            <a:spLocks xmlns:a="http://schemas.openxmlformats.org/drawingml/2006/main" noGrp="1"/>
          </p:cNvSpPr>
          <p:nvPr/>
        </p:nvSpPr>
        <p:spPr>
          <a:xfrm xmlns:a="http://schemas.openxmlformats.org/drawingml/2006/main">
            <a:off x="9324975" y="4981575"/>
            <a:ext cx="2238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73236"/>
                </a:solidFill>
                <a:latin typeface="Pretendard"/>
                <a:ea typeface="Pretendard"/>
                <a:cs typeface="Pretendard"/>
              </a:defRPr>
            </a:defPPr>
            <a:lvl1pPr algn="l">
              <a:defRPr sz="2100" b="1">
                <a:solidFill>
                  <a:srgbClr val="173236"/>
                </a:solidFill>
                <a:latin typeface="Pretendard"/>
                <a:ea typeface="Pretendard"/>
                <a:cs typeface="Pretendard"/>
              </a:defRPr>
            </a:lvl1pPr>
            <a:lvl2pPr algn="l">
              <a:defRPr sz="2100" b="1">
                <a:solidFill>
                  <a:srgbClr val="173236"/>
                </a:solidFill>
                <a:latin typeface="Pretendard"/>
                <a:ea typeface="Pretendard"/>
                <a:cs typeface="Pretendard"/>
              </a:defRPr>
            </a:lvl2pPr>
            <a:lvl3pPr algn="l">
              <a:defRPr sz="2100" b="1">
                <a:solidFill>
                  <a:srgbClr val="173236"/>
                </a:solidFill>
                <a:latin typeface="Pretendard"/>
                <a:ea typeface="Pretendard"/>
                <a:cs typeface="Pretendard"/>
              </a:defRPr>
            </a:lvl3pPr>
            <a:lvl4pPr algn="l">
              <a:defRPr sz="2100" b="1">
                <a:solidFill>
                  <a:srgbClr val="173236"/>
                </a:solidFill>
                <a:latin typeface="Pretendard"/>
                <a:ea typeface="Pretendard"/>
                <a:cs typeface="Pretendard"/>
              </a:defRPr>
            </a:lvl4pPr>
            <a:lvl5pPr algn="l">
              <a:defRPr sz="2100" b="1">
                <a:solidFill>
                  <a:srgbClr val="173236"/>
                </a:solidFill>
                <a:latin typeface="Pretendard"/>
                <a:ea typeface="Pretendard"/>
                <a:cs typeface="Pretendard"/>
              </a:defRPr>
            </a:lvl5pPr>
            <a:lvl6pPr algn="l">
              <a:defRPr sz="2100" b="1">
                <a:solidFill>
                  <a:srgbClr val="173236"/>
                </a:solidFill>
                <a:latin typeface="Pretendard"/>
                <a:ea typeface="Pretendard"/>
                <a:cs typeface="Pretendard"/>
              </a:defRPr>
            </a:lvl6pPr>
            <a:lvl7pPr algn="l">
              <a:defRPr sz="2100" b="1">
                <a:solidFill>
                  <a:srgbClr val="173236"/>
                </a:solidFill>
                <a:latin typeface="Pretendard"/>
                <a:ea typeface="Pretendard"/>
                <a:cs typeface="Pretendard"/>
              </a:defRPr>
            </a:lvl7pPr>
            <a:lvl8pPr algn="l">
              <a:defRPr sz="2100" b="1">
                <a:solidFill>
                  <a:srgbClr val="173236"/>
                </a:solidFill>
                <a:latin typeface="Pretendard"/>
                <a:ea typeface="Pretendard"/>
                <a:cs typeface="Pretendard"/>
              </a:defRPr>
            </a:lvl8pPr>
            <a:lvl9pPr algn="l">
              <a:defRPr sz="2100" b="1">
                <a:solidFill>
                  <a:srgbClr val="173236"/>
                </a:solidFill>
                <a:latin typeface="Pretendard"/>
                <a:ea typeface="Pretendard"/>
                <a:cs typeface="Pretendard"/>
              </a:defRPr>
            </a:lvl9pPr>
          </a:lstStyle>
          <a:p xmlns:a="http://schemas.openxmlformats.org/drawingml/2006/main">
            <a:pPr algn="l">
              <a:lnSpc>
                <a:spcPct val="113000"/>
              </a:lnSpc>
              <a:buNone/>
              <a:defRPr sz="2100" b="1">
                <a:solidFill>
                  <a:srgbClr val="173236"/>
                </a:solidFill>
                <a:latin typeface="Pretendard"/>
                <a:ea typeface="Pretendard"/>
                <a:cs typeface="Pretendard"/>
              </a:defRPr>
            </a:pPr>
            <a:r>
              <a:rPr sz="2100" b="1">
                <a:solidFill>
                  <a:srgbClr val="173236"/>
                </a:solidFill>
                <a:latin typeface="Pretendard"/>
                <a:ea typeface="Pretendard"/>
                <a:cs typeface="Pretendard"/>
              </a:rPr>
              <a:t>이유 설명</a:t>
            </a:r>
          </a:p>
        </p:txBody>
      </p:sp>
      <p:sp>
        <p:nvSpPr>
          <p:cNvPr id="25" name="">
            <a:extLst xmlns:a="http://schemas.openxmlformats.org/drawingml/2006/main">
              <a:ext uri="{FF2B5EF4-FFF2-40B4-BE49-F238E27FC236}">
                <a16:creationId xmlns:a16="http://schemas.microsoft.com/office/drawing/2014/main" id="{C06908AB-AE53-45F2-8666-84EFC3A4D01A}"/>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완료 예시: 선택한 자료가 질문에 어떻게 답하는지 출처와 함께 설명</a:t>
            </a:r>
          </a:p>
        </p:txBody>
      </p:sp>
    </p:spTree>
    <p:extLst>
      <p:ext uri="{BB962C8B-B14F-4D97-AF65-F5344CB8AC3E}">
        <p14:creationId xmlns:p14="http://schemas.microsoft.com/office/powerpoint/2010/main" val="1768175000"/>
      </p:ext>
    </p:extLst>
  </p:cSld>
</p:sld>
</file>

<file path=ppt/slides/slide16.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17E2F3-6442-4647-8652-5D12682B2742}"/>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53C5CD0C-7C37-477A-83EB-0E04012941A8}"/>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구성품과 이용자 행동</a:t>
            </a:r>
          </a:p>
        </p:txBody>
      </p:sp>
      <p:sp>
        <p:nvSpPr>
          <p:cNvPr id="3" name="">
            <a:extLst xmlns:a="http://schemas.openxmlformats.org/drawingml/2006/main">
              <a:ext uri="{FF2B5EF4-FFF2-40B4-BE49-F238E27FC236}">
                <a16:creationId xmlns:a16="http://schemas.microsoft.com/office/drawing/2014/main" id="{70638AA3-D0F7-45E4-95D0-2B540E26CC26}"/>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AF7285AA-6332-4382-A934-F24EB9FC18AC}"/>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16</a:t>
            </a:r>
          </a:p>
        </p:txBody>
      </p:sp>
      <p:graphicFrame>
        <p:nvGraphicFramePr>
          <p:cNvPr id="5" name="">
            <a:extLst xmlns:a="http://schemas.openxmlformats.org/drawingml/2006/main">
              <a:ext uri="{FF2B5EF4-FFF2-40B4-BE49-F238E27FC236}">
                <a16:creationId xmlns:a16="http://schemas.microsoft.com/office/drawing/2014/main" id="{D8DA80F0-A4D9-4D6A-BAB9-1EA3BC76C8EB}"/>
              </a:ext>
            </a:extLst>
          </p:cNvPr>
          <p:cNvGraphicFramePr/>
          <p:nvPr/>
        </p:nvGraphicFramePr>
        <p:xfrm>
          <a:off xmlns:a="http://schemas.openxmlformats.org/drawingml/2006/main" x="762000" y="2095500"/>
          <a:ext xmlns:a="http://schemas.openxmlformats.org/drawingml/2006/main" cx="10668000" cy="3429000"/>
        </p:xfrm>
        <a:graphic xmlns:a="http://schemas.openxmlformats.org/drawingml/2006/main">
          <a:graphicData uri="http://schemas.openxmlformats.org/drawingml/2006/table">
            <a:tbl>
              <a:tblPr/>
              <a:tblGrid>
                <a:gridCol w="2333625"/>
                <a:gridCol w="3333750"/>
                <a:gridCol w="5000625"/>
              </a:tblGrid>
              <a:tr h="685800">
                <a:tc>
                  <a:txBody>
                    <a:bodyPr/>
                    <a:lstStyle/>
                    <a:p>
                      <a:r>
                        <a:rPr sz="1875" b="1">
                          <a:solidFill>
                            <a:srgbClr val="147571"/>
                          </a:solidFill>
                          <a:latin typeface="Pretendard"/>
                          <a:ea typeface="Pretendard"/>
                          <a:cs typeface="Pretendard"/>
                        </a:rPr>
                        <a:t>콘텐츠</a:t>
                      </a:r>
                    </a:p>
                  </a:txBody>
                  <a:tcPr marL="142875" marR="142875" marT="114300" marB="95250" anchor="t">
                    <a:lnL w="9525">
                      <a:solidFill>
                        <a:srgbClr val="C7CEC5"/>
                      </a:solidFill>
                      <a:prstDash val="solid"/>
                    </a:lnL>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875" b="1">
                          <a:solidFill>
                            <a:srgbClr val="147571"/>
                          </a:solidFill>
                          <a:latin typeface="Pretendard"/>
                          <a:ea typeface="Pretendard"/>
                          <a:cs typeface="Pretendard"/>
                        </a:rPr>
                        <a:t>구성품</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875" b="1">
                          <a:solidFill>
                            <a:srgbClr val="147571"/>
                          </a:solidFill>
                          <a:latin typeface="Pretendard"/>
                          <a:ea typeface="Pretendard"/>
                          <a:cs typeface="Pretendard"/>
                        </a:rPr>
                        <a:t>이용자가 하는 일</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r>
              <a:tr h="685800">
                <a:tc>
                  <a:txBody>
                    <a:bodyPr/>
                    <a:lstStyle/>
                    <a:p>
                      <a:r>
                        <a:rPr sz="1875">
                          <a:solidFill>
                            <a:srgbClr val="173236"/>
                          </a:solidFill>
                          <a:latin typeface="Pretendard"/>
                          <a:ea typeface="Pretendard"/>
                          <a:cs typeface="Pretendard"/>
                        </a:rPr>
                        <a:t>관광 보드게임</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지도, 말, 장소 카드</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경로를 고르고 이동하며 자료 읽기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85800">
                <a:tc>
                  <a:txBody>
                    <a:bodyPr/>
                    <a:lstStyle/>
                    <a:p>
                      <a:r>
                        <a:rPr sz="1875">
                          <a:solidFill>
                            <a:srgbClr val="173236"/>
                          </a:solidFill>
                          <a:latin typeface="Pretendard"/>
                          <a:ea typeface="Pretendard"/>
                          <a:cs typeface="Pretendard"/>
                        </a:rPr>
                        <a:t>관광 보드게임</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미션 카드, 진행 안내</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할 일과 보상을 확인하고 차례 진행</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85800">
                <a:tc>
                  <a:txBody>
                    <a:bodyPr/>
                    <a:lstStyle/>
                    <a:p>
                      <a:r>
                        <a:rPr sz="1875">
                          <a:solidFill>
                            <a:srgbClr val="173236"/>
                          </a:solidFill>
                          <a:latin typeface="Pretendard"/>
                          <a:ea typeface="Pretendard"/>
                          <a:cs typeface="Pretendard"/>
                        </a:rPr>
                        <a:t>이야기 전시판</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자료 카드, 질문 카드</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질문에 필요한 정보와 근거 고르기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85800">
                <a:tc>
                  <a:txBody>
                    <a:bodyPr/>
                    <a:lstStyle/>
                    <a:p>
                      <a:r>
                        <a:rPr sz="1875">
                          <a:solidFill>
                            <a:srgbClr val="173236"/>
                          </a:solidFill>
                          <a:latin typeface="Pretendard"/>
                          <a:ea typeface="Pretendard"/>
                          <a:cs typeface="Pretendard"/>
                        </a:rPr>
                        <a:t>이야기 전시판</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배치판, 연결 표시</a:t>
                      </a:r>
                    </a:p>
                  </a:txBody>
                  <a:tcPr marL="142875" marR="142875" marT="114300" marB="95250" anchor="t">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자료 관계를 놓고 설명하며 수정</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bl>
          </a:graphicData>
        </a:graphic>
      </p:graphicFrame>
      <p:sp>
        <p:nvSpPr>
          <p:cNvPr id="6" name="">
            <a:extLst xmlns:a="http://schemas.openxmlformats.org/drawingml/2006/main">
              <a:ext uri="{FF2B5EF4-FFF2-40B4-BE49-F238E27FC236}">
                <a16:creationId xmlns:a16="http://schemas.microsoft.com/office/drawing/2014/main" id="{C9782694-70DA-4E4E-A50C-808B5B66F8A2}"/>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수업용 설계 예시 · 구성품의 역할을 설명할 수 있나요?</a:t>
            </a:r>
          </a:p>
        </p:txBody>
      </p:sp>
    </p:spTree>
    <p:extLst>
      <p:ext uri="{BB962C8B-B14F-4D97-AF65-F5344CB8AC3E}">
        <p14:creationId xmlns:p14="http://schemas.microsoft.com/office/powerpoint/2010/main" val="1526790171"/>
      </p:ext>
    </p:extLst>
  </p:cSld>
</p:sld>
</file>

<file path=ppt/slides/slide17.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E63096-1EB8-4FBD-9737-BD47E183FDD0}"/>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EEB0EA4B-DA88-405F-B999-E8D9744FA67E}"/>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자료 카드의 앞면과 뒷면</a:t>
            </a:r>
          </a:p>
        </p:txBody>
      </p:sp>
      <p:sp>
        <p:nvSpPr>
          <p:cNvPr id="3" name="">
            <a:extLst xmlns:a="http://schemas.openxmlformats.org/drawingml/2006/main">
              <a:ext uri="{FF2B5EF4-FFF2-40B4-BE49-F238E27FC236}">
                <a16:creationId xmlns:a16="http://schemas.microsoft.com/office/drawing/2014/main" id="{3B448A2D-7121-415B-A889-564DEDC110FE}"/>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B4BC9A9B-08EC-432D-B519-57A331FA8B1E}"/>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17</a:t>
            </a:r>
          </a:p>
        </p:txBody>
      </p:sp>
      <p:graphicFrame>
        <p:nvGraphicFramePr>
          <p:cNvPr id="5" name="">
            <a:extLst xmlns:a="http://schemas.openxmlformats.org/drawingml/2006/main">
              <a:ext uri="{FF2B5EF4-FFF2-40B4-BE49-F238E27FC236}">
                <a16:creationId xmlns:a16="http://schemas.microsoft.com/office/drawing/2014/main" id="{2B2281F5-C4E7-4D43-8277-C47C9E7E6D88}"/>
              </a:ext>
            </a:extLst>
          </p:cNvPr>
          <p:cNvGraphicFramePr/>
          <p:nvPr/>
        </p:nvGraphicFramePr>
        <p:xfrm>
          <a:off xmlns:a="http://schemas.openxmlformats.org/drawingml/2006/main" x="762000" y="2095500"/>
          <a:ext xmlns:a="http://schemas.openxmlformats.org/drawingml/2006/main" cx="10668000" cy="3333750"/>
        </p:xfrm>
        <a:graphic xmlns:a="http://schemas.openxmlformats.org/drawingml/2006/main">
          <a:graphicData uri="http://schemas.openxmlformats.org/drawingml/2006/table">
            <a:tbl>
              <a:tblPr/>
              <a:tblGrid>
                <a:gridCol w="5334000"/>
                <a:gridCol w="5334000"/>
              </a:tblGrid>
              <a:tr h="552450">
                <a:tc>
                  <a:txBody>
                    <a:bodyPr/>
                    <a:lstStyle/>
                    <a:p>
                      <a:r>
                        <a:rPr sz="1875" b="1">
                          <a:solidFill>
                            <a:srgbClr val="147571"/>
                          </a:solidFill>
                          <a:latin typeface="Pretendard"/>
                          <a:ea typeface="Pretendard"/>
                          <a:cs typeface="Pretendard"/>
                        </a:rPr>
                        <a:t>앞면: 정보와 질문</a:t>
                      </a:r>
                    </a:p>
                  </a:txBody>
                  <a:tcPr marL="142875" marR="142875" marT="114300" marB="95250" anchor="t">
                    <a:lnL w="9525">
                      <a:solidFill>
                        <a:srgbClr val="C7CEC5"/>
                      </a:solidFill>
                      <a:prstDash val="solid"/>
                    </a:lnL>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875" b="1">
                          <a:solidFill>
                            <a:srgbClr val="147571"/>
                          </a:solidFill>
                          <a:latin typeface="Pretendard"/>
                          <a:ea typeface="Pretendard"/>
                          <a:cs typeface="Pretendard"/>
                        </a:rPr>
                        <a:t>뒷면: 출처와 활동 안내</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r>
              <a:tr h="2781300">
                <a:tc>
                  <a:txBody>
                    <a:bodyPr/>
                    <a:lstStyle/>
                    <a:p>
                      <a:r>
                        <a:rPr sz="1875">
                          <a:solidFill>
                            <a:srgbClr val="173236"/>
                          </a:solidFill>
                          <a:latin typeface="Pretendard"/>
                          <a:ea typeface="Pretendard"/>
                          <a:cs typeface="Pretendard"/>
                        </a:rPr>
                        <a:t>기록 속 태하동</a:t>
                      </a:r>
                    </a:p>
                    <a:p>
                      <a:r>
                        <a:rPr sz="1875">
                          <a:solidFill>
                            <a:srgbClr val="173236"/>
                          </a:solidFill>
                          <a:latin typeface="Pretendard"/>
                          <a:ea typeface="Pretendard"/>
                          <a:cs typeface="Pretendard"/>
                        </a:rPr>
                        <a:t/>
                      </a:r>
                    </a:p>
                    <a:p>
                      <a:r>
                        <a:rPr sz="1875">
                          <a:solidFill>
                            <a:srgbClr val="173236"/>
                          </a:solidFill>
                          <a:latin typeface="Pretendard"/>
                          <a:ea typeface="Pretendard"/>
                          <a:cs typeface="Pretendard"/>
                        </a:rPr>
                        <a:t>1900년 칙령 제41호에는</a:t>
                      </a:r>
                    </a:p>
                    <a:p>
                      <a:r>
                        <a:rPr sz="1875">
                          <a:solidFill>
                            <a:srgbClr val="173236"/>
                          </a:solidFill>
                          <a:latin typeface="Pretendard"/>
                          <a:ea typeface="Pretendard"/>
                          <a:cs typeface="Pretendard"/>
                        </a:rPr>
                        <a:t>군청을 태하동에 두도록 한</a:t>
                      </a:r>
                    </a:p>
                    <a:p>
                      <a:r>
                        <a:rPr sz="1875">
                          <a:solidFill>
                            <a:srgbClr val="173236"/>
                          </a:solidFill>
                          <a:latin typeface="Pretendard"/>
                          <a:ea typeface="Pretendard"/>
                          <a:cs typeface="Pretendard"/>
                        </a:rPr>
                        <a:t>내용이 있습니다.</a:t>
                      </a:r>
                    </a:p>
                    <a:p>
                      <a:r>
                        <a:rPr sz="1875">
                          <a:solidFill>
                            <a:srgbClr val="173236"/>
                          </a:solidFill>
                          <a:latin typeface="Pretendard"/>
                          <a:ea typeface="Pretendard"/>
                          <a:cs typeface="Pretendard"/>
                        </a:rPr>
                        <a:t/>
                      </a:r>
                    </a:p>
                    <a:p>
                      <a:r>
                        <a:rPr sz="1875">
                          <a:solidFill>
                            <a:srgbClr val="173236"/>
                          </a:solidFill>
                          <a:latin typeface="Pretendard"/>
                          <a:ea typeface="Pretendard"/>
                          <a:cs typeface="Pretendard"/>
                        </a:rPr>
                        <a:t>이 기록을 어느 장소와 연결할까요?</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출처</a:t>
                      </a:r>
                    </a:p>
                    <a:p>
                      <a:r>
                        <a:rPr sz="1875">
                          <a:solidFill>
                            <a:srgbClr val="173236"/>
                          </a:solidFill>
                          <a:latin typeface="Pretendard"/>
                          <a:ea typeface="Pretendard"/>
                          <a:cs typeface="Pretendard"/>
                        </a:rPr>
                        <a:t>우리역사넷 · 칙령 제41호 제2조</a:t>
                      </a:r>
                    </a:p>
                    <a:p>
                      <a:r>
                        <a:rPr sz="1875">
                          <a:solidFill>
                            <a:srgbClr val="173236"/>
                          </a:solidFill>
                          <a:latin typeface="Pretendard"/>
                          <a:ea typeface="Pretendard"/>
                          <a:cs typeface="Pretendard"/>
                        </a:rPr>
                        <a:t/>
                      </a:r>
                    </a:p>
                    <a:p>
                      <a:r>
                        <a:rPr sz="1875">
                          <a:solidFill>
                            <a:srgbClr val="173236"/>
                          </a:solidFill>
                          <a:latin typeface="Pretendard"/>
                          <a:ea typeface="Pretendard"/>
                          <a:cs typeface="Pretendard"/>
                        </a:rPr>
                        <a:t>활동</a:t>
                      </a:r>
                    </a:p>
                    <a:p>
                      <a:r>
                        <a:rPr sz="1875">
                          <a:solidFill>
                            <a:srgbClr val="173236"/>
                          </a:solidFill>
                          <a:latin typeface="Pretendard"/>
                          <a:ea typeface="Pretendard"/>
                          <a:cs typeface="Pretendard"/>
                        </a:rPr>
                        <a:t>태하동 장소 카드와 연결한 뒤,</a:t>
                      </a:r>
                    </a:p>
                    <a:p>
                      <a:r>
                        <a:rPr sz="1875">
                          <a:solidFill>
                            <a:srgbClr val="173236"/>
                          </a:solidFill>
                          <a:latin typeface="Pretendard"/>
                          <a:ea typeface="Pretendard"/>
                          <a:cs typeface="Pretendard"/>
                        </a:rPr>
                        <a:t>기록에서 찾은 근거를 설명합니다.</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bl>
          </a:graphicData>
        </a:graphic>
      </p:graphicFrame>
      <p:sp>
        <p:nvSpPr>
          <p:cNvPr id="6" name="">
            <a:extLst xmlns:a="http://schemas.openxmlformats.org/drawingml/2006/main">
              <a:ext uri="{FF2B5EF4-FFF2-40B4-BE49-F238E27FC236}">
                <a16:creationId xmlns:a16="http://schemas.microsoft.com/office/drawing/2014/main" id="{0B380025-AD47-4794-9A72-AB17EF7C50CC}"/>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카드 내용의 설계 예시 · 인쇄 디자인과 규격은 다음 단계에서 정합니다.</a:t>
            </a:r>
          </a:p>
        </p:txBody>
      </p:sp>
    </p:spTree>
    <p:extLst>
      <p:ext uri="{BB962C8B-B14F-4D97-AF65-F5344CB8AC3E}">
        <p14:creationId xmlns:p14="http://schemas.microsoft.com/office/powerpoint/2010/main" val="1743259596"/>
      </p:ext>
    </p:extLst>
  </p:cSld>
</p:sld>
</file>

<file path=ppt/slides/slide18.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3C8B89-3C54-474C-9CFC-029700D4370B}"/>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59B69D2D-4573-420E-A73E-9BC46AEBBF88}"/>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AI에 설계안 초안 요청하기</a:t>
            </a:r>
          </a:p>
        </p:txBody>
      </p:sp>
      <p:sp>
        <p:nvSpPr>
          <p:cNvPr id="3" name="">
            <a:extLst xmlns:a="http://schemas.openxmlformats.org/drawingml/2006/main">
              <a:ext uri="{FF2B5EF4-FFF2-40B4-BE49-F238E27FC236}">
                <a16:creationId xmlns:a16="http://schemas.microsoft.com/office/drawing/2014/main" id="{A23035C2-4B01-43FF-9102-FE1AD7EE2AB3}"/>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5DAC23EF-9B04-4491-BAA7-C0A58D80D278}"/>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18</a:t>
            </a:r>
          </a:p>
        </p:txBody>
      </p:sp>
      <p:sp>
        <p:nvSpPr>
          <p:cNvPr id="5" name="">
            <a:extLst xmlns:a="http://schemas.openxmlformats.org/drawingml/2006/main">
              <a:ext uri="{FF2B5EF4-FFF2-40B4-BE49-F238E27FC236}">
                <a16:creationId xmlns:a16="http://schemas.microsoft.com/office/drawing/2014/main" id="{862487BC-B7FD-4F2C-9F78-E5C896E0C124}"/>
              </a:ext>
            </a:extLst>
          </p:cNvPr>
          <p:cNvSpPr>
            <a:spLocks xmlns:a="http://schemas.openxmlformats.org/drawingml/2006/main" noGrp="1"/>
          </p:cNvSpPr>
          <p:nvPr/>
        </p:nvSpPr>
        <p:spPr>
          <a:xfrm xmlns:a="http://schemas.openxmlformats.org/drawingml/2006/main">
            <a:off x="781050" y="1924050"/>
            <a:ext cx="38100" cy="3476625"/>
          </a:xfrm>
          <a:prstGeom xmlns:a="http://schemas.openxmlformats.org/drawingml/2006/main" prst="rect">
            <a:avLst/>
          </a:prstGeom>
          <a:solidFill xmlns:a="http://schemas.openxmlformats.org/drawingml/2006/main">
            <a:srgbClr val="147571"/>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B8A687F-5F38-4710-85FC-8CA2B06BFDFA}"/>
              </a:ext>
            </a:extLst>
          </p:cNvPr>
          <p:cNvSpPr>
            <a:spLocks xmlns:a="http://schemas.openxmlformats.org/drawingml/2006/main" noGrp="1"/>
          </p:cNvSpPr>
          <p:nvPr/>
        </p:nvSpPr>
        <p:spPr>
          <a:xfrm xmlns:a="http://schemas.openxmlformats.org/drawingml/2006/main">
            <a:off x="1047750" y="2095500"/>
            <a:ext cx="10096500"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236"/>
                </a:solidFill>
                <a:latin typeface="Pretendard"/>
                <a:ea typeface="Pretendard"/>
                <a:cs typeface="Pretendard"/>
              </a:defRPr>
            </a:defPPr>
            <a:lvl1pPr algn="l">
              <a:defRPr sz="2175" b="0">
                <a:solidFill>
                  <a:srgbClr val="173236"/>
                </a:solidFill>
                <a:latin typeface="Pretendard"/>
                <a:ea typeface="Pretendard"/>
                <a:cs typeface="Pretendard"/>
              </a:defRPr>
            </a:lvl1pPr>
            <a:lvl2pPr algn="l">
              <a:defRPr sz="2175" b="0">
                <a:solidFill>
                  <a:srgbClr val="173236"/>
                </a:solidFill>
                <a:latin typeface="Pretendard"/>
                <a:ea typeface="Pretendard"/>
                <a:cs typeface="Pretendard"/>
              </a:defRPr>
            </a:lvl2pPr>
            <a:lvl3pPr algn="l">
              <a:defRPr sz="2175" b="0">
                <a:solidFill>
                  <a:srgbClr val="173236"/>
                </a:solidFill>
                <a:latin typeface="Pretendard"/>
                <a:ea typeface="Pretendard"/>
                <a:cs typeface="Pretendard"/>
              </a:defRPr>
            </a:lvl3pPr>
            <a:lvl4pPr algn="l">
              <a:defRPr sz="2175" b="0">
                <a:solidFill>
                  <a:srgbClr val="173236"/>
                </a:solidFill>
                <a:latin typeface="Pretendard"/>
                <a:ea typeface="Pretendard"/>
                <a:cs typeface="Pretendard"/>
              </a:defRPr>
            </a:lvl4pPr>
            <a:lvl5pPr algn="l">
              <a:defRPr sz="2175" b="0">
                <a:solidFill>
                  <a:srgbClr val="173236"/>
                </a:solidFill>
                <a:latin typeface="Pretendard"/>
                <a:ea typeface="Pretendard"/>
                <a:cs typeface="Pretendard"/>
              </a:defRPr>
            </a:lvl5pPr>
            <a:lvl6pPr algn="l">
              <a:defRPr sz="2175" b="0">
                <a:solidFill>
                  <a:srgbClr val="173236"/>
                </a:solidFill>
                <a:latin typeface="Pretendard"/>
                <a:ea typeface="Pretendard"/>
                <a:cs typeface="Pretendard"/>
              </a:defRPr>
            </a:lvl6pPr>
            <a:lvl7pPr algn="l">
              <a:defRPr sz="2175" b="0">
                <a:solidFill>
                  <a:srgbClr val="173236"/>
                </a:solidFill>
                <a:latin typeface="Pretendard"/>
                <a:ea typeface="Pretendard"/>
                <a:cs typeface="Pretendard"/>
              </a:defRPr>
            </a:lvl7pPr>
            <a:lvl8pPr algn="l">
              <a:defRPr sz="2175" b="0">
                <a:solidFill>
                  <a:srgbClr val="173236"/>
                </a:solidFill>
                <a:latin typeface="Pretendard"/>
                <a:ea typeface="Pretendard"/>
                <a:cs typeface="Pretendard"/>
              </a:defRPr>
            </a:lvl8pPr>
            <a:lvl9pPr algn="l">
              <a:defRPr sz="2175" b="0">
                <a:solidFill>
                  <a:srgbClr val="173236"/>
                </a:solidFill>
                <a:latin typeface="Pretendard"/>
                <a:ea typeface="Pretendard"/>
                <a:cs typeface="Pretendard"/>
              </a:defRPr>
            </a:lvl9pPr>
          </a:lstStyle>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우리가 선택한 기획안으로 설계안 초안을 작성해줘.</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첫 체험에 필요한 구성품과 수량을 제안하고,</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각 구성품을 언제 사용하는지 연결해줘.</a:t>
            </a:r>
          </a:p>
          <a:p xmlns:a="http://schemas.openxmlformats.org/drawingml/2006/main">
            <a:r>
              <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시작 준비, 진행 순서, 선택과 결과, 완료 조건을 설명해줘.</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한 차례 또는 한 활동의 예시도 보여줘.</a:t>
            </a:r>
          </a:p>
          <a:p xmlns:a="http://schemas.openxmlformats.org/drawingml/2006/main">
            <a:pPr algn="l">
              <a:lnSpc>
                <a:spcPct val="113000"/>
              </a:lnSpc>
              <a:buNone/>
              <a:defRPr sz="2175" b="0">
                <a:solidFill>
                  <a:srgbClr val="173236"/>
                </a:solidFill>
                <a:latin typeface="Pretendard"/>
                <a:ea typeface="Pretendard"/>
                <a:cs typeface="Pretendard"/>
              </a:defRPr>
            </a:pPr>
            <a:r>
              <a:rPr sz="2175" b="0">
                <a:solidFill>
                  <a:srgbClr val="173236"/>
                </a:solidFill>
                <a:latin typeface="Pretendard"/>
                <a:ea typeface="Pretendard"/>
                <a:cs typeface="Pretendard"/>
              </a:rPr>
              <a:t>정하지 않은 부분과 먼저 시험할 질문은 따로 정리해줘.</a:t>
            </a:r>
          </a:p>
        </p:txBody>
      </p:sp>
      <p:sp>
        <p:nvSpPr>
          <p:cNvPr id="7" name="">
            <a:extLst xmlns:a="http://schemas.openxmlformats.org/drawingml/2006/main">
              <a:ext uri="{FF2B5EF4-FFF2-40B4-BE49-F238E27FC236}">
                <a16:creationId xmlns:a16="http://schemas.microsoft.com/office/drawing/2014/main" id="{9D76EB09-B874-4BB7-A97A-09B4ED2DFA50}"/>
              </a:ext>
            </a:extLst>
          </p:cNvPr>
          <p:cNvSpPr>
            <a:spLocks xmlns:a="http://schemas.openxmlformats.org/drawingml/2006/main" noGrp="1"/>
          </p:cNvSpPr>
          <p:nvPr/>
        </p:nvSpPr>
        <p:spPr>
          <a:xfrm xmlns:a="http://schemas.openxmlformats.org/drawingml/2006/main">
            <a:off x="762000" y="5629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우리 팀이 실제로 따라 해볼 수 있는 설명인지 읽어봅니다.</a:t>
            </a:r>
          </a:p>
        </p:txBody>
      </p:sp>
    </p:spTree>
    <p:extLst>
      <p:ext uri="{BB962C8B-B14F-4D97-AF65-F5344CB8AC3E}">
        <p14:creationId xmlns:p14="http://schemas.microsoft.com/office/powerpoint/2010/main" val="186024559"/>
      </p:ext>
    </p:extLst>
  </p:cSld>
</p:sld>
</file>

<file path=ppt/slides/slide19.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B99FDC-58E8-4C34-88EC-3A95DFB1B31A}"/>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7859B44C-FDA0-4C14-A0E1-6D3C24F4F502}"/>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체험형 교구 설계안 예시</a:t>
            </a:r>
          </a:p>
        </p:txBody>
      </p:sp>
      <p:sp>
        <p:nvSpPr>
          <p:cNvPr id="3" name="">
            <a:extLst xmlns:a="http://schemas.openxmlformats.org/drawingml/2006/main">
              <a:ext uri="{FF2B5EF4-FFF2-40B4-BE49-F238E27FC236}">
                <a16:creationId xmlns:a16="http://schemas.microsoft.com/office/drawing/2014/main" id="{245158EA-7B77-4A6F-9F34-A3B779C10913}"/>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66751996-4A72-4894-A58B-DEAA2AEDF1D2}"/>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19</a:t>
            </a:r>
          </a:p>
        </p:txBody>
      </p:sp>
      <p:graphicFrame>
        <p:nvGraphicFramePr>
          <p:cNvPr id="5" name="">
            <a:extLst xmlns:a="http://schemas.openxmlformats.org/drawingml/2006/main">
              <a:ext uri="{FF2B5EF4-FFF2-40B4-BE49-F238E27FC236}">
                <a16:creationId xmlns:a16="http://schemas.microsoft.com/office/drawing/2014/main" id="{0508E1D3-9390-4174-98E5-9F1E56CA85F4}"/>
              </a:ext>
            </a:extLst>
          </p:cNvPr>
          <p:cNvGraphicFramePr/>
          <p:nvPr/>
        </p:nvGraphicFramePr>
        <p:xfrm>
          <a:off xmlns:a="http://schemas.openxmlformats.org/drawingml/2006/main" x="762000" y="2009775"/>
          <a:ext xmlns:a="http://schemas.openxmlformats.org/drawingml/2006/main" cx="10668000" cy="3752850"/>
        </p:xfrm>
        <a:graphic xmlns:a="http://schemas.openxmlformats.org/drawingml/2006/main">
          <a:graphicData uri="http://schemas.openxmlformats.org/drawingml/2006/table">
            <a:tbl>
              <a:tblPr/>
              <a:tblGrid>
                <a:gridCol w="2333625"/>
                <a:gridCol w="8334375"/>
              </a:tblGrid>
              <a:tr h="625475">
                <a:tc>
                  <a:txBody>
                    <a:bodyPr/>
                    <a:lstStyle/>
                    <a:p>
                      <a:r>
                        <a:rPr sz="1875" b="1">
                          <a:solidFill>
                            <a:srgbClr val="147571"/>
                          </a:solidFill>
                          <a:latin typeface="Pretendard"/>
                          <a:ea typeface="Pretendard"/>
                          <a:cs typeface="Pretendard"/>
                        </a:rPr>
                        <a:t>항목</a:t>
                      </a:r>
                    </a:p>
                  </a:txBody>
                  <a:tcPr marL="142875" marR="142875" marT="114300" marB="95250" anchor="t">
                    <a:lnL w="9525">
                      <a:solidFill>
                        <a:srgbClr val="C7CEC5"/>
                      </a:solidFill>
                      <a:prstDash val="solid"/>
                    </a:lnL>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c>
                  <a:txBody>
                    <a:bodyPr/>
                    <a:lstStyle/>
                    <a:p>
                      <a:r>
                        <a:rPr sz="1875" b="1">
                          <a:solidFill>
                            <a:srgbClr val="147571"/>
                          </a:solidFill>
                          <a:latin typeface="Pretendard"/>
                          <a:ea typeface="Pretendard"/>
                          <a:cs typeface="Pretendard"/>
                        </a:rPr>
                        <a:t>울릉 이야기 전시판</a:t>
                      </a:r>
                    </a:p>
                  </a:txBody>
                  <a:tcPr marL="142875" marR="142875" marT="114300" marB="95250" anchor="t">
                    <a:lnR w="9525">
                      <a:solidFill>
                        <a:srgbClr val="C7CEC5"/>
                      </a:solidFill>
                      <a:prstDash val="solid"/>
                    </a:lnR>
                    <a:lnT w="9525">
                      <a:solidFill>
                        <a:srgbClr val="C7CEC5"/>
                      </a:solidFill>
                      <a:prstDash val="solid"/>
                    </a:lnT>
                    <a:lnB w="9525">
                      <a:solidFill>
                        <a:srgbClr val="C7CEC5"/>
                      </a:solidFill>
                      <a:prstDash val="solid"/>
                    </a:lnB>
                    <a:solidFill>
                      <a:srgbClr val="DFEBE5"/>
                    </a:solidFill>
                  </a:tcPr>
                </a:tc>
              </a:tr>
              <a:tr h="625475">
                <a:tc>
                  <a:txBody>
                    <a:bodyPr/>
                    <a:lstStyle/>
                    <a:p>
                      <a:r>
                        <a:rPr sz="1875">
                          <a:solidFill>
                            <a:srgbClr val="173236"/>
                          </a:solidFill>
                          <a:latin typeface="Pretendard"/>
                          <a:ea typeface="Pretendard"/>
                          <a:cs typeface="Pretendard"/>
                        </a:rPr>
                        <a:t>구성품</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배치판 1장, 자료 카드 6장, 질문 카드 3장, 연결 표시</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25475">
                <a:tc>
                  <a:txBody>
                    <a:bodyPr/>
                    <a:lstStyle/>
                    <a:p>
                      <a:r>
                        <a:rPr sz="1875">
                          <a:solidFill>
                            <a:srgbClr val="173236"/>
                          </a:solidFill>
                          <a:latin typeface="Pretendard"/>
                          <a:ea typeface="Pretendard"/>
                          <a:cs typeface="Pretendard"/>
                        </a:rPr>
                        <a:t>활동 시작</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방문객의 질문 하나를 고르고 관련 자료 읽기</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25475">
                <a:tc>
                  <a:txBody>
                    <a:bodyPr/>
                    <a:lstStyle/>
                    <a:p>
                      <a:r>
                        <a:rPr sz="1875">
                          <a:solidFill>
                            <a:srgbClr val="173236"/>
                          </a:solidFill>
                          <a:latin typeface="Pretendard"/>
                          <a:ea typeface="Pretendard"/>
                          <a:cs typeface="Pretendard"/>
                        </a:rPr>
                        <a:t>선택과 진행</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자료를 골라 배치하고 관계와 순서를 설명</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25475">
                <a:tc>
                  <a:txBody>
                    <a:bodyPr/>
                    <a:lstStyle/>
                    <a:p>
                      <a:r>
                        <a:rPr sz="1875">
                          <a:solidFill>
                            <a:srgbClr val="173236"/>
                          </a:solidFill>
                          <a:latin typeface="Pretendard"/>
                          <a:ea typeface="Pretendard"/>
                          <a:cs typeface="Pretendard"/>
                        </a:rPr>
                        <a:t>완료 조건</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자료의 출처와 질문에 답하는 이유를 설명</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r h="625475">
                <a:tc>
                  <a:txBody>
                    <a:bodyPr/>
                    <a:lstStyle/>
                    <a:p>
                      <a:r>
                        <a:rPr sz="1875">
                          <a:solidFill>
                            <a:srgbClr val="173236"/>
                          </a:solidFill>
                          <a:latin typeface="Pretendard"/>
                          <a:ea typeface="Pretendard"/>
                          <a:cs typeface="Pretendard"/>
                        </a:rPr>
                        <a:t>첫 시험</a:t>
                      </a:r>
                    </a:p>
                  </a:txBody>
                  <a:tcPr marL="142875" marR="142875" marT="114300" marB="95250" anchor="t">
                    <a:lnL w="9525">
                      <a:solidFill>
                        <a:srgbClr val="C7CEC5"/>
                      </a:solidFill>
                      <a:prstDash val="solid"/>
                    </a:lnL>
                    <a:lnR w="9525">
                      <a:solidFill>
                        <a:srgbClr val="C7CEC5"/>
                      </a:solidFill>
                      <a:prstDash val="solid"/>
                    </a:lnR>
                    <a:lnB w="9525">
                      <a:solidFill>
                        <a:srgbClr val="C7CEC5"/>
                      </a:solidFill>
                      <a:prstDash val="solid"/>
                    </a:lnB>
                    <a:solidFill>
                      <a:srgbClr val="F4F1E8"/>
                    </a:solidFill>
                  </a:tcPr>
                </a:tc>
                <a:tc>
                  <a:txBody>
                    <a:bodyPr/>
                    <a:lstStyle/>
                    <a:p>
                      <a:r>
                        <a:rPr sz="1875">
                          <a:solidFill>
                            <a:srgbClr val="173236"/>
                          </a:solidFill>
                          <a:latin typeface="Pretendard"/>
                          <a:ea typeface="Pretendard"/>
                          <a:cs typeface="Pretendard"/>
                        </a:rPr>
                        <a:t>다른 팀이 안내만 읽고 활동을 시작할 수 있는지 확인</a:t>
                      </a:r>
                    </a:p>
                  </a:txBody>
                  <a:tcPr marL="142875" marR="142875" marT="114300" marB="95250" anchor="t">
                    <a:lnR w="9525">
                      <a:solidFill>
                        <a:srgbClr val="C7CEC5"/>
                      </a:solidFill>
                      <a:prstDash val="solid"/>
                    </a:lnR>
                    <a:lnB w="9525">
                      <a:solidFill>
                        <a:srgbClr val="C7CEC5"/>
                      </a:solidFill>
                      <a:prstDash val="solid"/>
                    </a:lnB>
                    <a:solidFill>
                      <a:srgbClr val="F4F1E8"/>
                    </a:solidFill>
                  </a:tcPr>
                </a:tc>
              </a:tr>
            </a:tbl>
          </a:graphicData>
        </a:graphic>
      </p:graphicFrame>
      <p:sp>
        <p:nvSpPr>
          <p:cNvPr id="6" name="">
            <a:extLst xmlns:a="http://schemas.openxmlformats.org/drawingml/2006/main">
              <a:ext uri="{FF2B5EF4-FFF2-40B4-BE49-F238E27FC236}">
                <a16:creationId xmlns:a16="http://schemas.microsoft.com/office/drawing/2014/main" id="{D8A1B53F-7A76-4793-B987-1FB5C2A60C89}"/>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수업용 설계 예시 · 실제 인쇄·구매·대량 제작은 아직 확정하지 않습니다.</a:t>
            </a:r>
          </a:p>
        </p:txBody>
      </p:sp>
    </p:spTree>
    <p:extLst>
      <p:ext uri="{BB962C8B-B14F-4D97-AF65-F5344CB8AC3E}">
        <p14:creationId xmlns:p14="http://schemas.microsoft.com/office/powerpoint/2010/main" val="241655493"/>
      </p:ext>
    </p:extLst>
  </p:cSld>
</p:sld>
</file>

<file path=ppt/slides/slide20.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C22EDFC-BBED-4965-A5DF-4EA47D90E90C}"/>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ED6B17EE-461C-4065-A8AE-6CED7788BAEA}"/>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우리 팀 설계안 작성</a:t>
            </a:r>
          </a:p>
        </p:txBody>
      </p:sp>
      <p:sp>
        <p:nvSpPr>
          <p:cNvPr id="3" name="">
            <a:extLst xmlns:a="http://schemas.openxmlformats.org/drawingml/2006/main">
              <a:ext uri="{FF2B5EF4-FFF2-40B4-BE49-F238E27FC236}">
                <a16:creationId xmlns:a16="http://schemas.microsoft.com/office/drawing/2014/main" id="{75367E3A-F3B6-45F5-8553-A89E3BE9BA08}"/>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502EF609-810A-4AF4-954E-93DCD2B6D17A}"/>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20</a:t>
            </a:r>
          </a:p>
        </p:txBody>
      </p:sp>
      <p:sp>
        <p:nvSpPr>
          <p:cNvPr id="5" name="">
            <a:extLst xmlns:a="http://schemas.openxmlformats.org/drawingml/2006/main">
              <a:ext uri="{FF2B5EF4-FFF2-40B4-BE49-F238E27FC236}">
                <a16:creationId xmlns:a16="http://schemas.microsoft.com/office/drawing/2014/main" id="{8DE530CE-A3B1-48D8-A2DD-ADD2E291C358}"/>
              </a:ext>
            </a:extLst>
          </p:cNvPr>
          <p:cNvSpPr>
            <a:spLocks xmlns:a="http://schemas.openxmlformats.org/drawingml/2006/main" noGrp="1"/>
          </p:cNvSpPr>
          <p:nvPr/>
        </p:nvSpPr>
        <p:spPr>
          <a:xfrm xmlns:a="http://schemas.openxmlformats.org/drawingml/2006/main">
            <a:off x="762000" y="2114550"/>
            <a:ext cx="17430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구성품</a:t>
            </a:r>
          </a:p>
        </p:txBody>
      </p:sp>
      <p:sp>
        <p:nvSpPr>
          <p:cNvPr id="6" name="">
            <a:extLst xmlns:a="http://schemas.openxmlformats.org/drawingml/2006/main">
              <a:ext uri="{FF2B5EF4-FFF2-40B4-BE49-F238E27FC236}">
                <a16:creationId xmlns:a16="http://schemas.microsoft.com/office/drawing/2014/main" id="{D57A5294-9612-47AC-A9DB-98BF4C9D304B}"/>
              </a:ext>
            </a:extLst>
          </p:cNvPr>
          <p:cNvSpPr>
            <a:spLocks xmlns:a="http://schemas.openxmlformats.org/drawingml/2006/main" noGrp="1"/>
          </p:cNvSpPr>
          <p:nvPr/>
        </p:nvSpPr>
        <p:spPr>
          <a:xfrm xmlns:a="http://schemas.openxmlformats.org/drawingml/2006/main">
            <a:off x="2619375" y="2114550"/>
            <a:ext cx="8810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이름·수량·역할을 적고, 필요한 이유를 설명합니다.</a:t>
            </a:r>
          </a:p>
        </p:txBody>
      </p:sp>
      <p:sp>
        <p:nvSpPr>
          <p:cNvPr id="7" name="">
            <a:extLst xmlns:a="http://schemas.openxmlformats.org/drawingml/2006/main">
              <a:ext uri="{FF2B5EF4-FFF2-40B4-BE49-F238E27FC236}">
                <a16:creationId xmlns:a16="http://schemas.microsoft.com/office/drawing/2014/main" id="{168D3A49-61EE-4A0D-AE00-E4F808A12701}"/>
              </a:ext>
            </a:extLst>
          </p:cNvPr>
          <p:cNvSpPr>
            <a:spLocks xmlns:a="http://schemas.openxmlformats.org/drawingml/2006/main" noGrp="1"/>
          </p:cNvSpPr>
          <p:nvPr/>
        </p:nvSpPr>
        <p:spPr>
          <a:xfrm xmlns:a="http://schemas.openxmlformats.org/drawingml/2006/main">
            <a:off x="762000" y="28003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F58D74-3917-44B3-88A9-D05D6CE6F9E7}"/>
              </a:ext>
            </a:extLst>
          </p:cNvPr>
          <p:cNvSpPr>
            <a:spLocks xmlns:a="http://schemas.openxmlformats.org/drawingml/2006/main" noGrp="1"/>
          </p:cNvSpPr>
          <p:nvPr/>
        </p:nvSpPr>
        <p:spPr>
          <a:xfrm xmlns:a="http://schemas.openxmlformats.org/drawingml/2006/main">
            <a:off x="762000" y="3028950"/>
            <a:ext cx="17430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진행과 완료</a:t>
            </a:r>
          </a:p>
        </p:txBody>
      </p:sp>
      <p:sp>
        <p:nvSpPr>
          <p:cNvPr id="9" name="">
            <a:extLst xmlns:a="http://schemas.openxmlformats.org/drawingml/2006/main">
              <a:ext uri="{FF2B5EF4-FFF2-40B4-BE49-F238E27FC236}">
                <a16:creationId xmlns:a16="http://schemas.microsoft.com/office/drawing/2014/main" id="{7D747C04-AD8F-4931-95AB-D6F23ADB3AEA}"/>
              </a:ext>
            </a:extLst>
          </p:cNvPr>
          <p:cNvSpPr>
            <a:spLocks xmlns:a="http://schemas.openxmlformats.org/drawingml/2006/main" noGrp="1"/>
          </p:cNvSpPr>
          <p:nvPr/>
        </p:nvSpPr>
        <p:spPr>
          <a:xfrm xmlns:a="http://schemas.openxmlformats.org/drawingml/2006/main">
            <a:off x="2619375" y="3028950"/>
            <a:ext cx="8810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이용자 행동, 선택 뒤의 결과, 끝나는 조건을 적습니다.</a:t>
            </a:r>
          </a:p>
        </p:txBody>
      </p:sp>
      <p:sp>
        <p:nvSpPr>
          <p:cNvPr id="10" name="">
            <a:extLst xmlns:a="http://schemas.openxmlformats.org/drawingml/2006/main">
              <a:ext uri="{FF2B5EF4-FFF2-40B4-BE49-F238E27FC236}">
                <a16:creationId xmlns:a16="http://schemas.microsoft.com/office/drawing/2014/main" id="{89C31AA3-D7D8-43D7-9018-70133776BA8D}"/>
              </a:ext>
            </a:extLst>
          </p:cNvPr>
          <p:cNvSpPr>
            <a:spLocks xmlns:a="http://schemas.openxmlformats.org/drawingml/2006/main" noGrp="1"/>
          </p:cNvSpPr>
          <p:nvPr/>
        </p:nvSpPr>
        <p:spPr>
          <a:xfrm xmlns:a="http://schemas.openxmlformats.org/drawingml/2006/main">
            <a:off x="762000" y="37147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122D365-D4A9-4884-8B7A-17DE70607D98}"/>
              </a:ext>
            </a:extLst>
          </p:cNvPr>
          <p:cNvSpPr>
            <a:spLocks xmlns:a="http://schemas.openxmlformats.org/drawingml/2006/main" noGrp="1"/>
          </p:cNvSpPr>
          <p:nvPr/>
        </p:nvSpPr>
        <p:spPr>
          <a:xfrm xmlns:a="http://schemas.openxmlformats.org/drawingml/2006/main">
            <a:off x="762000" y="3943350"/>
            <a:ext cx="17430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한 장면</a:t>
            </a:r>
          </a:p>
        </p:txBody>
      </p:sp>
      <p:sp>
        <p:nvSpPr>
          <p:cNvPr id="12" name="">
            <a:extLst xmlns:a="http://schemas.openxmlformats.org/drawingml/2006/main">
              <a:ext uri="{FF2B5EF4-FFF2-40B4-BE49-F238E27FC236}">
                <a16:creationId xmlns:a16="http://schemas.microsoft.com/office/drawing/2014/main" id="{911A5B4E-4CDA-471B-ACF7-84E92C816441}"/>
              </a:ext>
            </a:extLst>
          </p:cNvPr>
          <p:cNvSpPr>
            <a:spLocks xmlns:a="http://schemas.openxmlformats.org/drawingml/2006/main" noGrp="1"/>
          </p:cNvSpPr>
          <p:nvPr/>
        </p:nvSpPr>
        <p:spPr>
          <a:xfrm xmlns:a="http://schemas.openxmlformats.org/drawingml/2006/main">
            <a:off x="2619375" y="3943350"/>
            <a:ext cx="8810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실제 한 차례 또는 한 활동을 글로 따라 해봅니다.</a:t>
            </a:r>
          </a:p>
        </p:txBody>
      </p:sp>
      <p:sp>
        <p:nvSpPr>
          <p:cNvPr id="13" name="">
            <a:extLst xmlns:a="http://schemas.openxmlformats.org/drawingml/2006/main">
              <a:ext uri="{FF2B5EF4-FFF2-40B4-BE49-F238E27FC236}">
                <a16:creationId xmlns:a16="http://schemas.microsoft.com/office/drawing/2014/main" id="{047ECB1B-A24C-4C00-81C7-6578B2E257E1}"/>
              </a:ext>
            </a:extLst>
          </p:cNvPr>
          <p:cNvSpPr>
            <a:spLocks xmlns:a="http://schemas.openxmlformats.org/drawingml/2006/main" noGrp="1"/>
          </p:cNvSpPr>
          <p:nvPr/>
        </p:nvSpPr>
        <p:spPr>
          <a:xfrm xmlns:a="http://schemas.openxmlformats.org/drawingml/2006/main">
            <a:off x="762000" y="46291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0CAD6-3339-4AC7-AA62-2B7B4929D5CA}"/>
              </a:ext>
            </a:extLst>
          </p:cNvPr>
          <p:cNvSpPr>
            <a:spLocks xmlns:a="http://schemas.openxmlformats.org/drawingml/2006/main" noGrp="1"/>
          </p:cNvSpPr>
          <p:nvPr/>
        </p:nvSpPr>
        <p:spPr>
          <a:xfrm xmlns:a="http://schemas.openxmlformats.org/drawingml/2006/main">
            <a:off x="762000" y="4857750"/>
            <a:ext cx="17430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다음 시험</a:t>
            </a:r>
          </a:p>
        </p:txBody>
      </p:sp>
      <p:sp>
        <p:nvSpPr>
          <p:cNvPr id="15" name="">
            <a:extLst xmlns:a="http://schemas.openxmlformats.org/drawingml/2006/main">
              <a:ext uri="{FF2B5EF4-FFF2-40B4-BE49-F238E27FC236}">
                <a16:creationId xmlns:a16="http://schemas.microsoft.com/office/drawing/2014/main" id="{7FF10409-7635-48DC-9AE5-D9438C31DA65}"/>
              </a:ext>
            </a:extLst>
          </p:cNvPr>
          <p:cNvSpPr>
            <a:spLocks xmlns:a="http://schemas.openxmlformats.org/drawingml/2006/main" noGrp="1"/>
          </p:cNvSpPr>
          <p:nvPr/>
        </p:nvSpPr>
        <p:spPr>
          <a:xfrm xmlns:a="http://schemas.openxmlformats.org/drawingml/2006/main">
            <a:off x="2619375" y="4857750"/>
            <a:ext cx="8810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처음 보는 사람이 어디서 막힐지 확인할 질문을 정합니다.</a:t>
            </a:r>
          </a:p>
        </p:txBody>
      </p:sp>
      <p:sp>
        <p:nvSpPr>
          <p:cNvPr id="16" name="">
            <a:extLst xmlns:a="http://schemas.openxmlformats.org/drawingml/2006/main">
              <a:ext uri="{FF2B5EF4-FFF2-40B4-BE49-F238E27FC236}">
                <a16:creationId xmlns:a16="http://schemas.microsoft.com/office/drawing/2014/main" id="{CEC1AB23-82A5-4977-9222-F2BA1E881103}"/>
              </a:ext>
            </a:extLst>
          </p:cNvPr>
          <p:cNvSpPr>
            <a:spLocks xmlns:a="http://schemas.openxmlformats.org/drawingml/2006/main" noGrp="1"/>
          </p:cNvSpPr>
          <p:nvPr/>
        </p:nvSpPr>
        <p:spPr>
          <a:xfrm xmlns:a="http://schemas.openxmlformats.org/drawingml/2006/main">
            <a:off x="762000" y="55435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F04EAEA-01BA-4D08-B083-0364961E3E9C}"/>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기획안과 설계안을 같은 문서의 두 구역으로 저장해도 됩니다.</a:t>
            </a:r>
          </a:p>
        </p:txBody>
      </p:sp>
    </p:spTree>
    <p:extLst>
      <p:ext uri="{BB962C8B-B14F-4D97-AF65-F5344CB8AC3E}">
        <p14:creationId xmlns:p14="http://schemas.microsoft.com/office/powerpoint/2010/main" val="839024494"/>
      </p:ext>
    </p:extLst>
  </p:cSld>
</p:sld>
</file>

<file path=ppt/slides/slide21.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8F8E087-0539-4D7D-91B8-7955B43D3CC2}"/>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16:30–16:50 · 팀별 설계안</a:t>
            </a:r>
          </a:p>
        </p:txBody>
      </p:sp>
      <p:sp>
        <p:nvSpPr>
          <p:cNvPr id="2" name="">
            <a:extLst xmlns:a="http://schemas.openxmlformats.org/drawingml/2006/main">
              <a:ext uri="{FF2B5EF4-FFF2-40B4-BE49-F238E27FC236}">
                <a16:creationId xmlns:a16="http://schemas.microsoft.com/office/drawing/2014/main" id="{05902AE8-2BA6-4A5E-B10F-1245F49259CD}"/>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사실과 진행 방식 점검</a:t>
            </a:r>
          </a:p>
        </p:txBody>
      </p:sp>
      <p:sp>
        <p:nvSpPr>
          <p:cNvPr id="3" name="">
            <a:extLst xmlns:a="http://schemas.openxmlformats.org/drawingml/2006/main">
              <a:ext uri="{FF2B5EF4-FFF2-40B4-BE49-F238E27FC236}">
                <a16:creationId xmlns:a16="http://schemas.microsoft.com/office/drawing/2014/main" id="{A8F260D5-9BA9-463F-89DB-2C8D8730CF90}"/>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5435ADE0-2CBA-4C8F-9ECB-7C20D306DD68}"/>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21</a:t>
            </a:r>
          </a:p>
        </p:txBody>
      </p:sp>
      <p:sp>
        <p:nvSpPr>
          <p:cNvPr id="5" name="">
            <a:extLst xmlns:a="http://schemas.openxmlformats.org/drawingml/2006/main">
              <a:ext uri="{FF2B5EF4-FFF2-40B4-BE49-F238E27FC236}">
                <a16:creationId xmlns:a16="http://schemas.microsoft.com/office/drawing/2014/main" id="{096F5272-86B6-4984-98AF-42916D670AEC}"/>
              </a:ext>
            </a:extLst>
          </p:cNvPr>
          <p:cNvSpPr>
            <a:spLocks xmlns:a="http://schemas.openxmlformats.org/drawingml/2006/main" noGrp="1"/>
          </p:cNvSpPr>
          <p:nvPr/>
        </p:nvSpPr>
        <p:spPr>
          <a:xfrm xmlns:a="http://schemas.openxmlformats.org/drawingml/2006/main">
            <a:off x="762000" y="2095500"/>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자료와 출처</a:t>
            </a:r>
          </a:p>
        </p:txBody>
      </p:sp>
      <p:sp>
        <p:nvSpPr>
          <p:cNvPr id="6" name="">
            <a:extLst xmlns:a="http://schemas.openxmlformats.org/drawingml/2006/main">
              <a:ext uri="{FF2B5EF4-FFF2-40B4-BE49-F238E27FC236}">
                <a16:creationId xmlns:a16="http://schemas.microsoft.com/office/drawing/2014/main" id="{7B4130D0-28F3-431E-8E1F-BBAFD007AFEB}"/>
              </a:ext>
            </a:extLst>
          </p:cNvPr>
          <p:cNvSpPr>
            <a:spLocks xmlns:a="http://schemas.openxmlformats.org/drawingml/2006/main" noGrp="1"/>
          </p:cNvSpPr>
          <p:nvPr/>
        </p:nvSpPr>
        <p:spPr>
          <a:xfrm xmlns:a="http://schemas.openxmlformats.org/drawingml/2006/main">
            <a:off x="2619375" y="2095500"/>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지명·연도·인물·사건은 원자료와 맞나요?</a:t>
            </a:r>
          </a:p>
        </p:txBody>
      </p:sp>
      <p:sp>
        <p:nvSpPr>
          <p:cNvPr id="7" name="">
            <a:extLst xmlns:a="http://schemas.openxmlformats.org/drawingml/2006/main">
              <a:ext uri="{FF2B5EF4-FFF2-40B4-BE49-F238E27FC236}">
                <a16:creationId xmlns:a16="http://schemas.microsoft.com/office/drawing/2014/main" id="{65D52C53-D58D-4F21-AD06-ADC6C6C3095A}"/>
              </a:ext>
            </a:extLst>
          </p:cNvPr>
          <p:cNvSpPr>
            <a:spLocks xmlns:a="http://schemas.openxmlformats.org/drawingml/2006/main" noGrp="1"/>
          </p:cNvSpPr>
          <p:nvPr/>
        </p:nvSpPr>
        <p:spPr>
          <a:xfrm xmlns:a="http://schemas.openxmlformats.org/drawingml/2006/main">
            <a:off x="762000" y="28670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4FD9BDF-8B92-49FB-888C-3DA4C0FE8F61}"/>
              </a:ext>
            </a:extLst>
          </p:cNvPr>
          <p:cNvSpPr>
            <a:spLocks xmlns:a="http://schemas.openxmlformats.org/drawingml/2006/main" noGrp="1"/>
          </p:cNvSpPr>
          <p:nvPr/>
        </p:nvSpPr>
        <p:spPr>
          <a:xfrm xmlns:a="http://schemas.openxmlformats.org/drawingml/2006/main">
            <a:off x="762000" y="3057525"/>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A34F3D"/>
                </a:solidFill>
                <a:latin typeface="Pretendard"/>
                <a:ea typeface="Pretendard"/>
                <a:cs typeface="Pretendard"/>
              </a:defRPr>
            </a:defPPr>
            <a:lvl1pPr algn="l">
              <a:defRPr sz="2100" b="1">
                <a:solidFill>
                  <a:srgbClr val="A34F3D"/>
                </a:solidFill>
                <a:latin typeface="Pretendard"/>
                <a:ea typeface="Pretendard"/>
                <a:cs typeface="Pretendard"/>
              </a:defRPr>
            </a:lvl1pPr>
            <a:lvl2pPr algn="l">
              <a:defRPr sz="2100" b="1">
                <a:solidFill>
                  <a:srgbClr val="A34F3D"/>
                </a:solidFill>
                <a:latin typeface="Pretendard"/>
                <a:ea typeface="Pretendard"/>
                <a:cs typeface="Pretendard"/>
              </a:defRPr>
            </a:lvl2pPr>
            <a:lvl3pPr algn="l">
              <a:defRPr sz="2100" b="1">
                <a:solidFill>
                  <a:srgbClr val="A34F3D"/>
                </a:solidFill>
                <a:latin typeface="Pretendard"/>
                <a:ea typeface="Pretendard"/>
                <a:cs typeface="Pretendard"/>
              </a:defRPr>
            </a:lvl3pPr>
            <a:lvl4pPr algn="l">
              <a:defRPr sz="2100" b="1">
                <a:solidFill>
                  <a:srgbClr val="A34F3D"/>
                </a:solidFill>
                <a:latin typeface="Pretendard"/>
                <a:ea typeface="Pretendard"/>
                <a:cs typeface="Pretendard"/>
              </a:defRPr>
            </a:lvl4pPr>
            <a:lvl5pPr algn="l">
              <a:defRPr sz="2100" b="1">
                <a:solidFill>
                  <a:srgbClr val="A34F3D"/>
                </a:solidFill>
                <a:latin typeface="Pretendard"/>
                <a:ea typeface="Pretendard"/>
                <a:cs typeface="Pretendard"/>
              </a:defRPr>
            </a:lvl5pPr>
            <a:lvl6pPr algn="l">
              <a:defRPr sz="2100" b="1">
                <a:solidFill>
                  <a:srgbClr val="A34F3D"/>
                </a:solidFill>
                <a:latin typeface="Pretendard"/>
                <a:ea typeface="Pretendard"/>
                <a:cs typeface="Pretendard"/>
              </a:defRPr>
            </a:lvl6pPr>
            <a:lvl7pPr algn="l">
              <a:defRPr sz="2100" b="1">
                <a:solidFill>
                  <a:srgbClr val="A34F3D"/>
                </a:solidFill>
                <a:latin typeface="Pretendard"/>
                <a:ea typeface="Pretendard"/>
                <a:cs typeface="Pretendard"/>
              </a:defRPr>
            </a:lvl7pPr>
            <a:lvl8pPr algn="l">
              <a:defRPr sz="2100" b="1">
                <a:solidFill>
                  <a:srgbClr val="A34F3D"/>
                </a:solidFill>
                <a:latin typeface="Pretendard"/>
                <a:ea typeface="Pretendard"/>
                <a:cs typeface="Pretendard"/>
              </a:defRPr>
            </a:lvl8pPr>
            <a:lvl9pPr algn="l">
              <a:defRPr sz="2100" b="1">
                <a:solidFill>
                  <a:srgbClr val="A34F3D"/>
                </a:solidFill>
                <a:latin typeface="Pretendard"/>
                <a:ea typeface="Pretendard"/>
                <a:cs typeface="Pretendard"/>
              </a:defRPr>
            </a:lvl9pPr>
          </a:lstStyle>
          <a:p xmlns:a="http://schemas.openxmlformats.org/drawingml/2006/main">
            <a:pPr algn="l">
              <a:lnSpc>
                <a:spcPct val="113000"/>
              </a:lnSpc>
              <a:buNone/>
              <a:defRPr sz="2100" b="1">
                <a:solidFill>
                  <a:srgbClr val="A34F3D"/>
                </a:solidFill>
                <a:latin typeface="Pretendard"/>
                <a:ea typeface="Pretendard"/>
                <a:cs typeface="Pretendard"/>
              </a:defRPr>
            </a:pPr>
            <a:r>
              <a:rPr sz="2100" b="1">
                <a:solidFill>
                  <a:srgbClr val="A34F3D"/>
                </a:solidFill>
                <a:latin typeface="Pretendard"/>
                <a:ea typeface="Pretendard"/>
                <a:cs typeface="Pretendard"/>
              </a:rPr>
              <a:t>사실과 창작</a:t>
            </a:r>
          </a:p>
        </p:txBody>
      </p:sp>
      <p:sp>
        <p:nvSpPr>
          <p:cNvPr id="9" name="">
            <a:extLst xmlns:a="http://schemas.openxmlformats.org/drawingml/2006/main">
              <a:ext uri="{FF2B5EF4-FFF2-40B4-BE49-F238E27FC236}">
                <a16:creationId xmlns:a16="http://schemas.microsoft.com/office/drawing/2014/main" id="{71252CF9-5842-43A5-97C8-95FB10EBF3D7}"/>
              </a:ext>
            </a:extLst>
          </p:cNvPr>
          <p:cNvSpPr>
            <a:spLocks xmlns:a="http://schemas.openxmlformats.org/drawingml/2006/main" noGrp="1"/>
          </p:cNvSpPr>
          <p:nvPr/>
        </p:nvSpPr>
        <p:spPr>
          <a:xfrm xmlns:a="http://schemas.openxmlformats.org/drawingml/2006/main">
            <a:off x="2619375" y="3057525"/>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역사 설명과 가상 미션을 구분했나요?</a:t>
            </a:r>
          </a:p>
        </p:txBody>
      </p:sp>
      <p:sp>
        <p:nvSpPr>
          <p:cNvPr id="10" name="">
            <a:extLst xmlns:a="http://schemas.openxmlformats.org/drawingml/2006/main">
              <a:ext uri="{FF2B5EF4-FFF2-40B4-BE49-F238E27FC236}">
                <a16:creationId xmlns:a16="http://schemas.microsoft.com/office/drawing/2014/main" id="{10E84C45-C085-4035-9A47-00DA0CBE5C41}"/>
              </a:ext>
            </a:extLst>
          </p:cNvPr>
          <p:cNvSpPr>
            <a:spLocks xmlns:a="http://schemas.openxmlformats.org/drawingml/2006/main" noGrp="1"/>
          </p:cNvSpPr>
          <p:nvPr/>
        </p:nvSpPr>
        <p:spPr>
          <a:xfrm xmlns:a="http://schemas.openxmlformats.org/drawingml/2006/main">
            <a:off x="762000" y="382905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5A9156-C834-4EFD-A908-D18CD8B8257F}"/>
              </a:ext>
            </a:extLst>
          </p:cNvPr>
          <p:cNvSpPr>
            <a:spLocks xmlns:a="http://schemas.openxmlformats.org/drawingml/2006/main" noGrp="1"/>
          </p:cNvSpPr>
          <p:nvPr/>
        </p:nvSpPr>
        <p:spPr>
          <a:xfrm xmlns:a="http://schemas.openxmlformats.org/drawingml/2006/main">
            <a:off x="762000" y="4019550"/>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구성과 진행</a:t>
            </a:r>
          </a:p>
        </p:txBody>
      </p:sp>
      <p:sp>
        <p:nvSpPr>
          <p:cNvPr id="12" name="">
            <a:extLst xmlns:a="http://schemas.openxmlformats.org/drawingml/2006/main">
              <a:ext uri="{FF2B5EF4-FFF2-40B4-BE49-F238E27FC236}">
                <a16:creationId xmlns:a16="http://schemas.microsoft.com/office/drawing/2014/main" id="{DA8D7082-8ED7-467C-8E03-264382AFE738}"/>
              </a:ext>
            </a:extLst>
          </p:cNvPr>
          <p:cNvSpPr>
            <a:spLocks xmlns:a="http://schemas.openxmlformats.org/drawingml/2006/main" noGrp="1"/>
          </p:cNvSpPr>
          <p:nvPr/>
        </p:nvSpPr>
        <p:spPr>
          <a:xfrm xmlns:a="http://schemas.openxmlformats.org/drawingml/2006/main">
            <a:off x="2619375" y="4019550"/>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필요한 구성품이 있고 행동과 결과가 이어지나요?</a:t>
            </a:r>
          </a:p>
        </p:txBody>
      </p:sp>
      <p:sp>
        <p:nvSpPr>
          <p:cNvPr id="13" name="">
            <a:extLst xmlns:a="http://schemas.openxmlformats.org/drawingml/2006/main">
              <a:ext uri="{FF2B5EF4-FFF2-40B4-BE49-F238E27FC236}">
                <a16:creationId xmlns:a16="http://schemas.microsoft.com/office/drawing/2014/main" id="{1AA2E8C9-4535-48FD-B9A6-85B5110C3D26}"/>
              </a:ext>
            </a:extLst>
          </p:cNvPr>
          <p:cNvSpPr>
            <a:spLocks xmlns:a="http://schemas.openxmlformats.org/drawingml/2006/main" noGrp="1"/>
          </p:cNvSpPr>
          <p:nvPr/>
        </p:nvSpPr>
        <p:spPr>
          <a:xfrm xmlns:a="http://schemas.openxmlformats.org/drawingml/2006/main">
            <a:off x="762000" y="47910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17FD537-E7CE-4629-A764-9C852A8798B5}"/>
              </a:ext>
            </a:extLst>
          </p:cNvPr>
          <p:cNvSpPr>
            <a:spLocks xmlns:a="http://schemas.openxmlformats.org/drawingml/2006/main" noGrp="1"/>
          </p:cNvSpPr>
          <p:nvPr/>
        </p:nvSpPr>
        <p:spPr>
          <a:xfrm xmlns:a="http://schemas.openxmlformats.org/drawingml/2006/main">
            <a:off x="762000" y="4981575"/>
            <a:ext cx="17430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7571"/>
                </a:solidFill>
                <a:latin typeface="Pretendard"/>
                <a:ea typeface="Pretendard"/>
                <a:cs typeface="Pretendard"/>
              </a:defRPr>
            </a:defPPr>
            <a:lvl1pPr algn="l">
              <a:defRPr sz="2100" b="1">
                <a:solidFill>
                  <a:srgbClr val="147571"/>
                </a:solidFill>
                <a:latin typeface="Pretendard"/>
                <a:ea typeface="Pretendard"/>
                <a:cs typeface="Pretendard"/>
              </a:defRPr>
            </a:lvl1pPr>
            <a:lvl2pPr algn="l">
              <a:defRPr sz="2100" b="1">
                <a:solidFill>
                  <a:srgbClr val="147571"/>
                </a:solidFill>
                <a:latin typeface="Pretendard"/>
                <a:ea typeface="Pretendard"/>
                <a:cs typeface="Pretendard"/>
              </a:defRPr>
            </a:lvl2pPr>
            <a:lvl3pPr algn="l">
              <a:defRPr sz="2100" b="1">
                <a:solidFill>
                  <a:srgbClr val="147571"/>
                </a:solidFill>
                <a:latin typeface="Pretendard"/>
                <a:ea typeface="Pretendard"/>
                <a:cs typeface="Pretendard"/>
              </a:defRPr>
            </a:lvl3pPr>
            <a:lvl4pPr algn="l">
              <a:defRPr sz="2100" b="1">
                <a:solidFill>
                  <a:srgbClr val="147571"/>
                </a:solidFill>
                <a:latin typeface="Pretendard"/>
                <a:ea typeface="Pretendard"/>
                <a:cs typeface="Pretendard"/>
              </a:defRPr>
            </a:lvl4pPr>
            <a:lvl5pPr algn="l">
              <a:defRPr sz="2100" b="1">
                <a:solidFill>
                  <a:srgbClr val="147571"/>
                </a:solidFill>
                <a:latin typeface="Pretendard"/>
                <a:ea typeface="Pretendard"/>
                <a:cs typeface="Pretendard"/>
              </a:defRPr>
            </a:lvl5pPr>
            <a:lvl6pPr algn="l">
              <a:defRPr sz="2100" b="1">
                <a:solidFill>
                  <a:srgbClr val="147571"/>
                </a:solidFill>
                <a:latin typeface="Pretendard"/>
                <a:ea typeface="Pretendard"/>
                <a:cs typeface="Pretendard"/>
              </a:defRPr>
            </a:lvl6pPr>
            <a:lvl7pPr algn="l">
              <a:defRPr sz="2100" b="1">
                <a:solidFill>
                  <a:srgbClr val="147571"/>
                </a:solidFill>
                <a:latin typeface="Pretendard"/>
                <a:ea typeface="Pretendard"/>
                <a:cs typeface="Pretendard"/>
              </a:defRPr>
            </a:lvl7pPr>
            <a:lvl8pPr algn="l">
              <a:defRPr sz="2100" b="1">
                <a:solidFill>
                  <a:srgbClr val="147571"/>
                </a:solidFill>
                <a:latin typeface="Pretendard"/>
                <a:ea typeface="Pretendard"/>
                <a:cs typeface="Pretendard"/>
              </a:defRPr>
            </a:lvl8pPr>
            <a:lvl9pPr algn="l">
              <a:defRPr sz="2100" b="1">
                <a:solidFill>
                  <a:srgbClr val="147571"/>
                </a:solidFill>
                <a:latin typeface="Pretendard"/>
                <a:ea typeface="Pretendard"/>
                <a:cs typeface="Pretendard"/>
              </a:defRPr>
            </a:lvl9pPr>
          </a:lstStyle>
          <a:p xmlns:a="http://schemas.openxmlformats.org/drawingml/2006/main">
            <a:pPr algn="l">
              <a:lnSpc>
                <a:spcPct val="113000"/>
              </a:lnSpc>
              <a:buNone/>
              <a:defRPr sz="2100" b="1">
                <a:solidFill>
                  <a:srgbClr val="147571"/>
                </a:solidFill>
                <a:latin typeface="Pretendard"/>
                <a:ea typeface="Pretendard"/>
                <a:cs typeface="Pretendard"/>
              </a:defRPr>
            </a:pPr>
            <a:r>
              <a:rPr sz="2100" b="1">
                <a:solidFill>
                  <a:srgbClr val="147571"/>
                </a:solidFill>
                <a:latin typeface="Pretendard"/>
                <a:ea typeface="Pretendard"/>
                <a:cs typeface="Pretendard"/>
              </a:rPr>
              <a:t>첫 체험</a:t>
            </a:r>
          </a:p>
        </p:txBody>
      </p:sp>
      <p:sp>
        <p:nvSpPr>
          <p:cNvPr id="15" name="">
            <a:extLst xmlns:a="http://schemas.openxmlformats.org/drawingml/2006/main">
              <a:ext uri="{FF2B5EF4-FFF2-40B4-BE49-F238E27FC236}">
                <a16:creationId xmlns:a16="http://schemas.microsoft.com/office/drawing/2014/main" id="{DFBC7D2C-310D-4AFD-8BC3-2E64B2A74A44}"/>
              </a:ext>
            </a:extLst>
          </p:cNvPr>
          <p:cNvSpPr>
            <a:spLocks xmlns:a="http://schemas.openxmlformats.org/drawingml/2006/main" noGrp="1"/>
          </p:cNvSpPr>
          <p:nvPr/>
        </p:nvSpPr>
        <p:spPr>
          <a:xfrm xmlns:a="http://schemas.openxmlformats.org/drawingml/2006/main">
            <a:off x="2619375" y="4981575"/>
            <a:ext cx="8810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36"/>
                </a:solidFill>
                <a:latin typeface="Pretendard"/>
                <a:ea typeface="Pretendard"/>
                <a:cs typeface="Pretendard"/>
              </a:defRPr>
            </a:defPPr>
            <a:lvl1pPr algn="l">
              <a:defRPr sz="2100" b="0">
                <a:solidFill>
                  <a:srgbClr val="173236"/>
                </a:solidFill>
                <a:latin typeface="Pretendard"/>
                <a:ea typeface="Pretendard"/>
                <a:cs typeface="Pretendard"/>
              </a:defRPr>
            </a:lvl1pPr>
            <a:lvl2pPr algn="l">
              <a:defRPr sz="2100" b="0">
                <a:solidFill>
                  <a:srgbClr val="173236"/>
                </a:solidFill>
                <a:latin typeface="Pretendard"/>
                <a:ea typeface="Pretendard"/>
                <a:cs typeface="Pretendard"/>
              </a:defRPr>
            </a:lvl2pPr>
            <a:lvl3pPr algn="l">
              <a:defRPr sz="2100" b="0">
                <a:solidFill>
                  <a:srgbClr val="173236"/>
                </a:solidFill>
                <a:latin typeface="Pretendard"/>
                <a:ea typeface="Pretendard"/>
                <a:cs typeface="Pretendard"/>
              </a:defRPr>
            </a:lvl3pPr>
            <a:lvl4pPr algn="l">
              <a:defRPr sz="2100" b="0">
                <a:solidFill>
                  <a:srgbClr val="173236"/>
                </a:solidFill>
                <a:latin typeface="Pretendard"/>
                <a:ea typeface="Pretendard"/>
                <a:cs typeface="Pretendard"/>
              </a:defRPr>
            </a:lvl4pPr>
            <a:lvl5pPr algn="l">
              <a:defRPr sz="2100" b="0">
                <a:solidFill>
                  <a:srgbClr val="173236"/>
                </a:solidFill>
                <a:latin typeface="Pretendard"/>
                <a:ea typeface="Pretendard"/>
                <a:cs typeface="Pretendard"/>
              </a:defRPr>
            </a:lvl5pPr>
            <a:lvl6pPr algn="l">
              <a:defRPr sz="2100" b="0">
                <a:solidFill>
                  <a:srgbClr val="173236"/>
                </a:solidFill>
                <a:latin typeface="Pretendard"/>
                <a:ea typeface="Pretendard"/>
                <a:cs typeface="Pretendard"/>
              </a:defRPr>
            </a:lvl6pPr>
            <a:lvl7pPr algn="l">
              <a:defRPr sz="2100" b="0">
                <a:solidFill>
                  <a:srgbClr val="173236"/>
                </a:solidFill>
                <a:latin typeface="Pretendard"/>
                <a:ea typeface="Pretendard"/>
                <a:cs typeface="Pretendard"/>
              </a:defRPr>
            </a:lvl7pPr>
            <a:lvl8pPr algn="l">
              <a:defRPr sz="2100" b="0">
                <a:solidFill>
                  <a:srgbClr val="173236"/>
                </a:solidFill>
                <a:latin typeface="Pretendard"/>
                <a:ea typeface="Pretendard"/>
                <a:cs typeface="Pretendard"/>
              </a:defRPr>
            </a:lvl8pPr>
            <a:lvl9pPr algn="l">
              <a:defRPr sz="2100" b="0">
                <a:solidFill>
                  <a:srgbClr val="173236"/>
                </a:solidFill>
                <a:latin typeface="Pretendard"/>
                <a:ea typeface="Pretendard"/>
                <a:cs typeface="Pretendard"/>
              </a:defRPr>
            </a:lvl9pPr>
          </a:lstStyle>
          <a:p xmlns:a="http://schemas.openxmlformats.org/drawingml/2006/main">
            <a:pPr algn="l">
              <a:lnSpc>
                <a:spcPct val="113000"/>
              </a:lnSpc>
              <a:buNone/>
              <a:defRPr sz="2100" b="0">
                <a:solidFill>
                  <a:srgbClr val="173236"/>
                </a:solidFill>
                <a:latin typeface="Pretendard"/>
                <a:ea typeface="Pretendard"/>
                <a:cs typeface="Pretendard"/>
              </a:defRPr>
            </a:pPr>
            <a:r>
              <a:rPr sz="2100" b="0">
                <a:solidFill>
                  <a:srgbClr val="173236"/>
                </a:solidFill>
                <a:latin typeface="Pretendard"/>
                <a:ea typeface="Pretendard"/>
                <a:cs typeface="Pretendard"/>
              </a:rPr>
              <a:t>설명만 읽고 시작하고 끝낼 수 있나요?</a:t>
            </a:r>
          </a:p>
        </p:txBody>
      </p:sp>
      <p:sp>
        <p:nvSpPr>
          <p:cNvPr id="16" name="">
            <a:extLst xmlns:a="http://schemas.openxmlformats.org/drawingml/2006/main">
              <a:ext uri="{FF2B5EF4-FFF2-40B4-BE49-F238E27FC236}">
                <a16:creationId xmlns:a16="http://schemas.microsoft.com/office/drawing/2014/main" id="{8DC80403-81E2-4706-A06A-AB77EACF9343}"/>
              </a:ext>
            </a:extLst>
          </p:cNvPr>
          <p:cNvSpPr>
            <a:spLocks xmlns:a="http://schemas.openxmlformats.org/drawingml/2006/main" noGrp="1"/>
          </p:cNvSpPr>
          <p:nvPr/>
        </p:nvSpPr>
        <p:spPr>
          <a:xfrm xmlns:a="http://schemas.openxmlformats.org/drawingml/2006/main">
            <a:off x="762000" y="575310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Tree>
    <p:extLst>
      <p:ext uri="{BB962C8B-B14F-4D97-AF65-F5344CB8AC3E}">
        <p14:creationId xmlns:p14="http://schemas.microsoft.com/office/powerpoint/2010/main" val="196680047"/>
      </p:ext>
    </p:extLst>
  </p:cSld>
</p:sld>
</file>

<file path=ppt/slides/slide22.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ADDD39F-3235-4410-AA8A-3936732234EE}"/>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16:50–17:00 · 공유와 보완</a:t>
            </a:r>
          </a:p>
        </p:txBody>
      </p:sp>
      <p:sp>
        <p:nvSpPr>
          <p:cNvPr id="2" name="">
            <a:extLst xmlns:a="http://schemas.openxmlformats.org/drawingml/2006/main">
              <a:ext uri="{FF2B5EF4-FFF2-40B4-BE49-F238E27FC236}">
                <a16:creationId xmlns:a16="http://schemas.microsoft.com/office/drawing/2014/main" id="{C6D23D00-34EB-4B83-8D76-E8C248B638BA}"/>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다른 팀에 설명하기</a:t>
            </a:r>
          </a:p>
        </p:txBody>
      </p:sp>
      <p:sp>
        <p:nvSpPr>
          <p:cNvPr id="3" name="">
            <a:extLst xmlns:a="http://schemas.openxmlformats.org/drawingml/2006/main">
              <a:ext uri="{FF2B5EF4-FFF2-40B4-BE49-F238E27FC236}">
                <a16:creationId xmlns:a16="http://schemas.microsoft.com/office/drawing/2014/main" id="{9A20BE08-32D5-4D6B-8B8D-51A579989CD5}"/>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E3AF2266-9212-4817-A705-9A40235E7ED1}"/>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22</a:t>
            </a:r>
          </a:p>
        </p:txBody>
      </p:sp>
      <p:sp>
        <p:nvSpPr>
          <p:cNvPr id="5" name="">
            <a:extLst xmlns:a="http://schemas.openxmlformats.org/drawingml/2006/main">
              <a:ext uri="{FF2B5EF4-FFF2-40B4-BE49-F238E27FC236}">
                <a16:creationId xmlns:a16="http://schemas.microsoft.com/office/drawing/2014/main" id="{461D51A6-7966-4579-A3AA-A886EA03643F}"/>
              </a:ext>
            </a:extLst>
          </p:cNvPr>
          <p:cNvSpPr>
            <a:spLocks xmlns:a="http://schemas.openxmlformats.org/drawingml/2006/main" noGrp="1"/>
          </p:cNvSpPr>
          <p:nvPr/>
        </p:nvSpPr>
        <p:spPr>
          <a:xfrm xmlns:a="http://schemas.openxmlformats.org/drawingml/2006/main">
            <a:off x="762000" y="2152650"/>
            <a:ext cx="17430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47571"/>
                </a:solidFill>
                <a:latin typeface="Pretendard"/>
                <a:ea typeface="Pretendard"/>
                <a:cs typeface="Pretendard"/>
              </a:defRPr>
            </a:defPPr>
            <a:lvl1pPr algn="l">
              <a:defRPr sz="2250" b="1">
                <a:solidFill>
                  <a:srgbClr val="147571"/>
                </a:solidFill>
                <a:latin typeface="Pretendard"/>
                <a:ea typeface="Pretendard"/>
                <a:cs typeface="Pretendard"/>
              </a:defRPr>
            </a:lvl1pPr>
            <a:lvl2pPr algn="l">
              <a:defRPr sz="2250" b="1">
                <a:solidFill>
                  <a:srgbClr val="147571"/>
                </a:solidFill>
                <a:latin typeface="Pretendard"/>
                <a:ea typeface="Pretendard"/>
                <a:cs typeface="Pretendard"/>
              </a:defRPr>
            </a:lvl2pPr>
            <a:lvl3pPr algn="l">
              <a:defRPr sz="2250" b="1">
                <a:solidFill>
                  <a:srgbClr val="147571"/>
                </a:solidFill>
                <a:latin typeface="Pretendard"/>
                <a:ea typeface="Pretendard"/>
                <a:cs typeface="Pretendard"/>
              </a:defRPr>
            </a:lvl3pPr>
            <a:lvl4pPr algn="l">
              <a:defRPr sz="2250" b="1">
                <a:solidFill>
                  <a:srgbClr val="147571"/>
                </a:solidFill>
                <a:latin typeface="Pretendard"/>
                <a:ea typeface="Pretendard"/>
                <a:cs typeface="Pretendard"/>
              </a:defRPr>
            </a:lvl4pPr>
            <a:lvl5pPr algn="l">
              <a:defRPr sz="2250" b="1">
                <a:solidFill>
                  <a:srgbClr val="147571"/>
                </a:solidFill>
                <a:latin typeface="Pretendard"/>
                <a:ea typeface="Pretendard"/>
                <a:cs typeface="Pretendard"/>
              </a:defRPr>
            </a:lvl5pPr>
            <a:lvl6pPr algn="l">
              <a:defRPr sz="2250" b="1">
                <a:solidFill>
                  <a:srgbClr val="147571"/>
                </a:solidFill>
                <a:latin typeface="Pretendard"/>
                <a:ea typeface="Pretendard"/>
                <a:cs typeface="Pretendard"/>
              </a:defRPr>
            </a:lvl6pPr>
            <a:lvl7pPr algn="l">
              <a:defRPr sz="2250" b="1">
                <a:solidFill>
                  <a:srgbClr val="147571"/>
                </a:solidFill>
                <a:latin typeface="Pretendard"/>
                <a:ea typeface="Pretendard"/>
                <a:cs typeface="Pretendard"/>
              </a:defRPr>
            </a:lvl7pPr>
            <a:lvl8pPr algn="l">
              <a:defRPr sz="2250" b="1">
                <a:solidFill>
                  <a:srgbClr val="147571"/>
                </a:solidFill>
                <a:latin typeface="Pretendard"/>
                <a:ea typeface="Pretendard"/>
                <a:cs typeface="Pretendard"/>
              </a:defRPr>
            </a:lvl8pPr>
            <a:lvl9pPr algn="l">
              <a:defRPr sz="2250" b="1">
                <a:solidFill>
                  <a:srgbClr val="147571"/>
                </a:solidFill>
                <a:latin typeface="Pretendard"/>
                <a:ea typeface="Pretendard"/>
                <a:cs typeface="Pretendard"/>
              </a:defRPr>
            </a:lvl9pPr>
          </a:lstStyle>
          <a:p xmlns:a="http://schemas.openxmlformats.org/drawingml/2006/main">
            <a:pPr algn="l">
              <a:lnSpc>
                <a:spcPct val="113000"/>
              </a:lnSpc>
              <a:buNone/>
              <a:defRPr sz="2250" b="1">
                <a:solidFill>
                  <a:srgbClr val="147571"/>
                </a:solidFill>
                <a:latin typeface="Pretendard"/>
                <a:ea typeface="Pretendard"/>
                <a:cs typeface="Pretendard"/>
              </a:defRPr>
            </a:pPr>
            <a:r>
              <a:rPr sz="2250" b="1">
                <a:solidFill>
                  <a:srgbClr val="147571"/>
                </a:solidFill>
                <a:latin typeface="Pretendard"/>
                <a:ea typeface="Pretendard"/>
                <a:cs typeface="Pretendard"/>
              </a:rPr>
              <a:t>기획안</a:t>
            </a:r>
          </a:p>
        </p:txBody>
      </p:sp>
      <p:sp>
        <p:nvSpPr>
          <p:cNvPr id="6" name="">
            <a:extLst xmlns:a="http://schemas.openxmlformats.org/drawingml/2006/main">
              <a:ext uri="{FF2B5EF4-FFF2-40B4-BE49-F238E27FC236}">
                <a16:creationId xmlns:a16="http://schemas.microsoft.com/office/drawing/2014/main" id="{CAF4E2D7-D882-49DB-871B-2684DC952DDD}"/>
              </a:ext>
            </a:extLst>
          </p:cNvPr>
          <p:cNvSpPr>
            <a:spLocks xmlns:a="http://schemas.openxmlformats.org/drawingml/2006/main" noGrp="1"/>
          </p:cNvSpPr>
          <p:nvPr/>
        </p:nvSpPr>
        <p:spPr>
          <a:xfrm xmlns:a="http://schemas.openxmlformats.org/drawingml/2006/main">
            <a:off x="2619375" y="2152650"/>
            <a:ext cx="8810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236"/>
                </a:solidFill>
                <a:latin typeface="Pretendard"/>
                <a:ea typeface="Pretendard"/>
                <a:cs typeface="Pretendard"/>
              </a:defRPr>
            </a:defPPr>
            <a:lvl1pPr algn="l">
              <a:defRPr sz="2250" b="0">
                <a:solidFill>
                  <a:srgbClr val="173236"/>
                </a:solidFill>
                <a:latin typeface="Pretendard"/>
                <a:ea typeface="Pretendard"/>
                <a:cs typeface="Pretendard"/>
              </a:defRPr>
            </a:lvl1pPr>
            <a:lvl2pPr algn="l">
              <a:defRPr sz="2250" b="0">
                <a:solidFill>
                  <a:srgbClr val="173236"/>
                </a:solidFill>
                <a:latin typeface="Pretendard"/>
                <a:ea typeface="Pretendard"/>
                <a:cs typeface="Pretendard"/>
              </a:defRPr>
            </a:lvl2pPr>
            <a:lvl3pPr algn="l">
              <a:defRPr sz="2250" b="0">
                <a:solidFill>
                  <a:srgbClr val="173236"/>
                </a:solidFill>
                <a:latin typeface="Pretendard"/>
                <a:ea typeface="Pretendard"/>
                <a:cs typeface="Pretendard"/>
              </a:defRPr>
            </a:lvl3pPr>
            <a:lvl4pPr algn="l">
              <a:defRPr sz="2250" b="0">
                <a:solidFill>
                  <a:srgbClr val="173236"/>
                </a:solidFill>
                <a:latin typeface="Pretendard"/>
                <a:ea typeface="Pretendard"/>
                <a:cs typeface="Pretendard"/>
              </a:defRPr>
            </a:lvl4pPr>
            <a:lvl5pPr algn="l">
              <a:defRPr sz="2250" b="0">
                <a:solidFill>
                  <a:srgbClr val="173236"/>
                </a:solidFill>
                <a:latin typeface="Pretendard"/>
                <a:ea typeface="Pretendard"/>
                <a:cs typeface="Pretendard"/>
              </a:defRPr>
            </a:lvl5pPr>
            <a:lvl6pPr algn="l">
              <a:defRPr sz="2250" b="0">
                <a:solidFill>
                  <a:srgbClr val="173236"/>
                </a:solidFill>
                <a:latin typeface="Pretendard"/>
                <a:ea typeface="Pretendard"/>
                <a:cs typeface="Pretendard"/>
              </a:defRPr>
            </a:lvl6pPr>
            <a:lvl7pPr algn="l">
              <a:defRPr sz="2250" b="0">
                <a:solidFill>
                  <a:srgbClr val="173236"/>
                </a:solidFill>
                <a:latin typeface="Pretendard"/>
                <a:ea typeface="Pretendard"/>
                <a:cs typeface="Pretendard"/>
              </a:defRPr>
            </a:lvl7pPr>
            <a:lvl8pPr algn="l">
              <a:defRPr sz="2250" b="0">
                <a:solidFill>
                  <a:srgbClr val="173236"/>
                </a:solidFill>
                <a:latin typeface="Pretendard"/>
                <a:ea typeface="Pretendard"/>
                <a:cs typeface="Pretendard"/>
              </a:defRPr>
            </a:lvl8pPr>
            <a:lvl9pPr algn="l">
              <a:defRPr sz="2250" b="0">
                <a:solidFill>
                  <a:srgbClr val="173236"/>
                </a:solidFill>
                <a:latin typeface="Pretendard"/>
                <a:ea typeface="Pretendard"/>
                <a:cs typeface="Pretendard"/>
              </a:defRPr>
            </a:lvl9pPr>
          </a:lstStyle>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대상, 지역 소재, 주고 싶은 경험을 소개합니다.</a:t>
            </a:r>
          </a:p>
        </p:txBody>
      </p:sp>
      <p:sp>
        <p:nvSpPr>
          <p:cNvPr id="7" name="">
            <a:extLst xmlns:a="http://schemas.openxmlformats.org/drawingml/2006/main">
              <a:ext uri="{FF2B5EF4-FFF2-40B4-BE49-F238E27FC236}">
                <a16:creationId xmlns:a16="http://schemas.microsoft.com/office/drawing/2014/main" id="{75360B37-B73E-4924-8202-9D3762B47A7B}"/>
              </a:ext>
            </a:extLst>
          </p:cNvPr>
          <p:cNvSpPr>
            <a:spLocks xmlns:a="http://schemas.openxmlformats.org/drawingml/2006/main" noGrp="1"/>
          </p:cNvSpPr>
          <p:nvPr/>
        </p:nvSpPr>
        <p:spPr>
          <a:xfrm xmlns:a="http://schemas.openxmlformats.org/drawingml/2006/main">
            <a:off x="762000" y="29432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6E40E3B-D927-4926-AE19-981B2449FB5B}"/>
              </a:ext>
            </a:extLst>
          </p:cNvPr>
          <p:cNvSpPr>
            <a:spLocks xmlns:a="http://schemas.openxmlformats.org/drawingml/2006/main" noGrp="1"/>
          </p:cNvSpPr>
          <p:nvPr/>
        </p:nvSpPr>
        <p:spPr>
          <a:xfrm xmlns:a="http://schemas.openxmlformats.org/drawingml/2006/main">
            <a:off x="762000" y="3324225"/>
            <a:ext cx="17430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47571"/>
                </a:solidFill>
                <a:latin typeface="Pretendard"/>
                <a:ea typeface="Pretendard"/>
                <a:cs typeface="Pretendard"/>
              </a:defRPr>
            </a:defPPr>
            <a:lvl1pPr algn="l">
              <a:defRPr sz="2250" b="1">
                <a:solidFill>
                  <a:srgbClr val="147571"/>
                </a:solidFill>
                <a:latin typeface="Pretendard"/>
                <a:ea typeface="Pretendard"/>
                <a:cs typeface="Pretendard"/>
              </a:defRPr>
            </a:lvl1pPr>
            <a:lvl2pPr algn="l">
              <a:defRPr sz="2250" b="1">
                <a:solidFill>
                  <a:srgbClr val="147571"/>
                </a:solidFill>
                <a:latin typeface="Pretendard"/>
                <a:ea typeface="Pretendard"/>
                <a:cs typeface="Pretendard"/>
              </a:defRPr>
            </a:lvl2pPr>
            <a:lvl3pPr algn="l">
              <a:defRPr sz="2250" b="1">
                <a:solidFill>
                  <a:srgbClr val="147571"/>
                </a:solidFill>
                <a:latin typeface="Pretendard"/>
                <a:ea typeface="Pretendard"/>
                <a:cs typeface="Pretendard"/>
              </a:defRPr>
            </a:lvl3pPr>
            <a:lvl4pPr algn="l">
              <a:defRPr sz="2250" b="1">
                <a:solidFill>
                  <a:srgbClr val="147571"/>
                </a:solidFill>
                <a:latin typeface="Pretendard"/>
                <a:ea typeface="Pretendard"/>
                <a:cs typeface="Pretendard"/>
              </a:defRPr>
            </a:lvl4pPr>
            <a:lvl5pPr algn="l">
              <a:defRPr sz="2250" b="1">
                <a:solidFill>
                  <a:srgbClr val="147571"/>
                </a:solidFill>
                <a:latin typeface="Pretendard"/>
                <a:ea typeface="Pretendard"/>
                <a:cs typeface="Pretendard"/>
              </a:defRPr>
            </a:lvl5pPr>
            <a:lvl6pPr algn="l">
              <a:defRPr sz="2250" b="1">
                <a:solidFill>
                  <a:srgbClr val="147571"/>
                </a:solidFill>
                <a:latin typeface="Pretendard"/>
                <a:ea typeface="Pretendard"/>
                <a:cs typeface="Pretendard"/>
              </a:defRPr>
            </a:lvl6pPr>
            <a:lvl7pPr algn="l">
              <a:defRPr sz="2250" b="1">
                <a:solidFill>
                  <a:srgbClr val="147571"/>
                </a:solidFill>
                <a:latin typeface="Pretendard"/>
                <a:ea typeface="Pretendard"/>
                <a:cs typeface="Pretendard"/>
              </a:defRPr>
            </a:lvl7pPr>
            <a:lvl8pPr algn="l">
              <a:defRPr sz="2250" b="1">
                <a:solidFill>
                  <a:srgbClr val="147571"/>
                </a:solidFill>
                <a:latin typeface="Pretendard"/>
                <a:ea typeface="Pretendard"/>
                <a:cs typeface="Pretendard"/>
              </a:defRPr>
            </a:lvl8pPr>
            <a:lvl9pPr algn="l">
              <a:defRPr sz="2250" b="1">
                <a:solidFill>
                  <a:srgbClr val="147571"/>
                </a:solidFill>
                <a:latin typeface="Pretendard"/>
                <a:ea typeface="Pretendard"/>
                <a:cs typeface="Pretendard"/>
              </a:defRPr>
            </a:lvl9pPr>
          </a:lstStyle>
          <a:p xmlns:a="http://schemas.openxmlformats.org/drawingml/2006/main">
            <a:pPr algn="l">
              <a:lnSpc>
                <a:spcPct val="113000"/>
              </a:lnSpc>
              <a:buNone/>
              <a:defRPr sz="2250" b="1">
                <a:solidFill>
                  <a:srgbClr val="147571"/>
                </a:solidFill>
                <a:latin typeface="Pretendard"/>
                <a:ea typeface="Pretendard"/>
                <a:cs typeface="Pretendard"/>
              </a:defRPr>
            </a:pPr>
            <a:r>
              <a:rPr sz="2250" b="1">
                <a:solidFill>
                  <a:srgbClr val="147571"/>
                </a:solidFill>
                <a:latin typeface="Pretendard"/>
                <a:ea typeface="Pretendard"/>
                <a:cs typeface="Pretendard"/>
              </a:rPr>
              <a:t>설계안</a:t>
            </a:r>
          </a:p>
        </p:txBody>
      </p:sp>
      <p:sp>
        <p:nvSpPr>
          <p:cNvPr id="9" name="">
            <a:extLst xmlns:a="http://schemas.openxmlformats.org/drawingml/2006/main">
              <a:ext uri="{FF2B5EF4-FFF2-40B4-BE49-F238E27FC236}">
                <a16:creationId xmlns:a16="http://schemas.microsoft.com/office/drawing/2014/main" id="{89921FAF-37A5-492D-B01A-9EB0779641FF}"/>
              </a:ext>
            </a:extLst>
          </p:cNvPr>
          <p:cNvSpPr>
            <a:spLocks xmlns:a="http://schemas.openxmlformats.org/drawingml/2006/main" noGrp="1"/>
          </p:cNvSpPr>
          <p:nvPr/>
        </p:nvSpPr>
        <p:spPr>
          <a:xfrm xmlns:a="http://schemas.openxmlformats.org/drawingml/2006/main">
            <a:off x="2619375" y="3324225"/>
            <a:ext cx="8810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236"/>
                </a:solidFill>
                <a:latin typeface="Pretendard"/>
                <a:ea typeface="Pretendard"/>
                <a:cs typeface="Pretendard"/>
              </a:defRPr>
            </a:defPPr>
            <a:lvl1pPr algn="l">
              <a:defRPr sz="2250" b="0">
                <a:solidFill>
                  <a:srgbClr val="173236"/>
                </a:solidFill>
                <a:latin typeface="Pretendard"/>
                <a:ea typeface="Pretendard"/>
                <a:cs typeface="Pretendard"/>
              </a:defRPr>
            </a:lvl1pPr>
            <a:lvl2pPr algn="l">
              <a:defRPr sz="2250" b="0">
                <a:solidFill>
                  <a:srgbClr val="173236"/>
                </a:solidFill>
                <a:latin typeface="Pretendard"/>
                <a:ea typeface="Pretendard"/>
                <a:cs typeface="Pretendard"/>
              </a:defRPr>
            </a:lvl2pPr>
            <a:lvl3pPr algn="l">
              <a:defRPr sz="2250" b="0">
                <a:solidFill>
                  <a:srgbClr val="173236"/>
                </a:solidFill>
                <a:latin typeface="Pretendard"/>
                <a:ea typeface="Pretendard"/>
                <a:cs typeface="Pretendard"/>
              </a:defRPr>
            </a:lvl3pPr>
            <a:lvl4pPr algn="l">
              <a:defRPr sz="2250" b="0">
                <a:solidFill>
                  <a:srgbClr val="173236"/>
                </a:solidFill>
                <a:latin typeface="Pretendard"/>
                <a:ea typeface="Pretendard"/>
                <a:cs typeface="Pretendard"/>
              </a:defRPr>
            </a:lvl4pPr>
            <a:lvl5pPr algn="l">
              <a:defRPr sz="2250" b="0">
                <a:solidFill>
                  <a:srgbClr val="173236"/>
                </a:solidFill>
                <a:latin typeface="Pretendard"/>
                <a:ea typeface="Pretendard"/>
                <a:cs typeface="Pretendard"/>
              </a:defRPr>
            </a:lvl5pPr>
            <a:lvl6pPr algn="l">
              <a:defRPr sz="2250" b="0">
                <a:solidFill>
                  <a:srgbClr val="173236"/>
                </a:solidFill>
                <a:latin typeface="Pretendard"/>
                <a:ea typeface="Pretendard"/>
                <a:cs typeface="Pretendard"/>
              </a:defRPr>
            </a:lvl6pPr>
            <a:lvl7pPr algn="l">
              <a:defRPr sz="2250" b="0">
                <a:solidFill>
                  <a:srgbClr val="173236"/>
                </a:solidFill>
                <a:latin typeface="Pretendard"/>
                <a:ea typeface="Pretendard"/>
                <a:cs typeface="Pretendard"/>
              </a:defRPr>
            </a:lvl7pPr>
            <a:lvl8pPr algn="l">
              <a:defRPr sz="2250" b="0">
                <a:solidFill>
                  <a:srgbClr val="173236"/>
                </a:solidFill>
                <a:latin typeface="Pretendard"/>
                <a:ea typeface="Pretendard"/>
                <a:cs typeface="Pretendard"/>
              </a:defRPr>
            </a:lvl8pPr>
            <a:lvl9pPr algn="l">
              <a:defRPr sz="2250" b="0">
                <a:solidFill>
                  <a:srgbClr val="173236"/>
                </a:solidFill>
                <a:latin typeface="Pretendard"/>
                <a:ea typeface="Pretendard"/>
                <a:cs typeface="Pretendard"/>
              </a:defRPr>
            </a:lvl9pPr>
          </a:lstStyle>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한 차례 또는 한 활동을 구성품과 함께 설명합니다.</a:t>
            </a:r>
          </a:p>
        </p:txBody>
      </p:sp>
      <p:sp>
        <p:nvSpPr>
          <p:cNvPr id="10" name="">
            <a:extLst xmlns:a="http://schemas.openxmlformats.org/drawingml/2006/main">
              <a:ext uri="{FF2B5EF4-FFF2-40B4-BE49-F238E27FC236}">
                <a16:creationId xmlns:a16="http://schemas.microsoft.com/office/drawing/2014/main" id="{F144DEF5-5467-4CE2-BB76-DACEF2DB7F46}"/>
              </a:ext>
            </a:extLst>
          </p:cNvPr>
          <p:cNvSpPr>
            <a:spLocks xmlns:a="http://schemas.openxmlformats.org/drawingml/2006/main" noGrp="1"/>
          </p:cNvSpPr>
          <p:nvPr/>
        </p:nvSpPr>
        <p:spPr>
          <a:xfrm xmlns:a="http://schemas.openxmlformats.org/drawingml/2006/main">
            <a:off x="762000" y="4114800"/>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A52D04-C4CF-4895-A78E-C8F9EC46594F}"/>
              </a:ext>
            </a:extLst>
          </p:cNvPr>
          <p:cNvSpPr>
            <a:spLocks xmlns:a="http://schemas.openxmlformats.org/drawingml/2006/main" noGrp="1"/>
          </p:cNvSpPr>
          <p:nvPr/>
        </p:nvSpPr>
        <p:spPr>
          <a:xfrm xmlns:a="http://schemas.openxmlformats.org/drawingml/2006/main">
            <a:off x="762000" y="4495800"/>
            <a:ext cx="17430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47571"/>
                </a:solidFill>
                <a:latin typeface="Pretendard"/>
                <a:ea typeface="Pretendard"/>
                <a:cs typeface="Pretendard"/>
              </a:defRPr>
            </a:defPPr>
            <a:lvl1pPr algn="l">
              <a:defRPr sz="2250" b="1">
                <a:solidFill>
                  <a:srgbClr val="147571"/>
                </a:solidFill>
                <a:latin typeface="Pretendard"/>
                <a:ea typeface="Pretendard"/>
                <a:cs typeface="Pretendard"/>
              </a:defRPr>
            </a:lvl1pPr>
            <a:lvl2pPr algn="l">
              <a:defRPr sz="2250" b="1">
                <a:solidFill>
                  <a:srgbClr val="147571"/>
                </a:solidFill>
                <a:latin typeface="Pretendard"/>
                <a:ea typeface="Pretendard"/>
                <a:cs typeface="Pretendard"/>
              </a:defRPr>
            </a:lvl2pPr>
            <a:lvl3pPr algn="l">
              <a:defRPr sz="2250" b="1">
                <a:solidFill>
                  <a:srgbClr val="147571"/>
                </a:solidFill>
                <a:latin typeface="Pretendard"/>
                <a:ea typeface="Pretendard"/>
                <a:cs typeface="Pretendard"/>
              </a:defRPr>
            </a:lvl3pPr>
            <a:lvl4pPr algn="l">
              <a:defRPr sz="2250" b="1">
                <a:solidFill>
                  <a:srgbClr val="147571"/>
                </a:solidFill>
                <a:latin typeface="Pretendard"/>
                <a:ea typeface="Pretendard"/>
                <a:cs typeface="Pretendard"/>
              </a:defRPr>
            </a:lvl4pPr>
            <a:lvl5pPr algn="l">
              <a:defRPr sz="2250" b="1">
                <a:solidFill>
                  <a:srgbClr val="147571"/>
                </a:solidFill>
                <a:latin typeface="Pretendard"/>
                <a:ea typeface="Pretendard"/>
                <a:cs typeface="Pretendard"/>
              </a:defRPr>
            </a:lvl5pPr>
            <a:lvl6pPr algn="l">
              <a:defRPr sz="2250" b="1">
                <a:solidFill>
                  <a:srgbClr val="147571"/>
                </a:solidFill>
                <a:latin typeface="Pretendard"/>
                <a:ea typeface="Pretendard"/>
                <a:cs typeface="Pretendard"/>
              </a:defRPr>
            </a:lvl6pPr>
            <a:lvl7pPr algn="l">
              <a:defRPr sz="2250" b="1">
                <a:solidFill>
                  <a:srgbClr val="147571"/>
                </a:solidFill>
                <a:latin typeface="Pretendard"/>
                <a:ea typeface="Pretendard"/>
                <a:cs typeface="Pretendard"/>
              </a:defRPr>
            </a:lvl7pPr>
            <a:lvl8pPr algn="l">
              <a:defRPr sz="2250" b="1">
                <a:solidFill>
                  <a:srgbClr val="147571"/>
                </a:solidFill>
                <a:latin typeface="Pretendard"/>
                <a:ea typeface="Pretendard"/>
                <a:cs typeface="Pretendard"/>
              </a:defRPr>
            </a:lvl8pPr>
            <a:lvl9pPr algn="l">
              <a:defRPr sz="2250" b="1">
                <a:solidFill>
                  <a:srgbClr val="147571"/>
                </a:solidFill>
                <a:latin typeface="Pretendard"/>
                <a:ea typeface="Pretendard"/>
                <a:cs typeface="Pretendard"/>
              </a:defRPr>
            </a:lvl9pPr>
          </a:lstStyle>
          <a:p xmlns:a="http://schemas.openxmlformats.org/drawingml/2006/main">
            <a:pPr algn="l">
              <a:lnSpc>
                <a:spcPct val="113000"/>
              </a:lnSpc>
              <a:buNone/>
              <a:defRPr sz="2250" b="1">
                <a:solidFill>
                  <a:srgbClr val="147571"/>
                </a:solidFill>
                <a:latin typeface="Pretendard"/>
                <a:ea typeface="Pretendard"/>
                <a:cs typeface="Pretendard"/>
              </a:defRPr>
            </a:pPr>
            <a:r>
              <a:rPr sz="2250" b="1">
                <a:solidFill>
                  <a:srgbClr val="147571"/>
                </a:solidFill>
                <a:latin typeface="Pretendard"/>
                <a:ea typeface="Pretendard"/>
                <a:cs typeface="Pretendard"/>
              </a:rPr>
              <a:t>받을 의견</a:t>
            </a:r>
          </a:p>
        </p:txBody>
      </p:sp>
      <p:sp>
        <p:nvSpPr>
          <p:cNvPr id="12" name="">
            <a:extLst xmlns:a="http://schemas.openxmlformats.org/drawingml/2006/main">
              <a:ext uri="{FF2B5EF4-FFF2-40B4-BE49-F238E27FC236}">
                <a16:creationId xmlns:a16="http://schemas.microsoft.com/office/drawing/2014/main" id="{ED4F6380-4362-4402-B7C7-DC1C1B6685AF}"/>
              </a:ext>
            </a:extLst>
          </p:cNvPr>
          <p:cNvSpPr>
            <a:spLocks xmlns:a="http://schemas.openxmlformats.org/drawingml/2006/main" noGrp="1"/>
          </p:cNvSpPr>
          <p:nvPr/>
        </p:nvSpPr>
        <p:spPr>
          <a:xfrm xmlns:a="http://schemas.openxmlformats.org/drawingml/2006/main">
            <a:off x="2619375" y="4495800"/>
            <a:ext cx="8810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236"/>
                </a:solidFill>
                <a:latin typeface="Pretendard"/>
                <a:ea typeface="Pretendard"/>
                <a:cs typeface="Pretendard"/>
              </a:defRPr>
            </a:defPPr>
            <a:lvl1pPr algn="l">
              <a:defRPr sz="2250" b="0">
                <a:solidFill>
                  <a:srgbClr val="173236"/>
                </a:solidFill>
                <a:latin typeface="Pretendard"/>
                <a:ea typeface="Pretendard"/>
                <a:cs typeface="Pretendard"/>
              </a:defRPr>
            </a:lvl1pPr>
            <a:lvl2pPr algn="l">
              <a:defRPr sz="2250" b="0">
                <a:solidFill>
                  <a:srgbClr val="173236"/>
                </a:solidFill>
                <a:latin typeface="Pretendard"/>
                <a:ea typeface="Pretendard"/>
                <a:cs typeface="Pretendard"/>
              </a:defRPr>
            </a:lvl2pPr>
            <a:lvl3pPr algn="l">
              <a:defRPr sz="2250" b="0">
                <a:solidFill>
                  <a:srgbClr val="173236"/>
                </a:solidFill>
                <a:latin typeface="Pretendard"/>
                <a:ea typeface="Pretendard"/>
                <a:cs typeface="Pretendard"/>
              </a:defRPr>
            </a:lvl3pPr>
            <a:lvl4pPr algn="l">
              <a:defRPr sz="2250" b="0">
                <a:solidFill>
                  <a:srgbClr val="173236"/>
                </a:solidFill>
                <a:latin typeface="Pretendard"/>
                <a:ea typeface="Pretendard"/>
                <a:cs typeface="Pretendard"/>
              </a:defRPr>
            </a:lvl4pPr>
            <a:lvl5pPr algn="l">
              <a:defRPr sz="2250" b="0">
                <a:solidFill>
                  <a:srgbClr val="173236"/>
                </a:solidFill>
                <a:latin typeface="Pretendard"/>
                <a:ea typeface="Pretendard"/>
                <a:cs typeface="Pretendard"/>
              </a:defRPr>
            </a:lvl5pPr>
            <a:lvl6pPr algn="l">
              <a:defRPr sz="2250" b="0">
                <a:solidFill>
                  <a:srgbClr val="173236"/>
                </a:solidFill>
                <a:latin typeface="Pretendard"/>
                <a:ea typeface="Pretendard"/>
                <a:cs typeface="Pretendard"/>
              </a:defRPr>
            </a:lvl6pPr>
            <a:lvl7pPr algn="l">
              <a:defRPr sz="2250" b="0">
                <a:solidFill>
                  <a:srgbClr val="173236"/>
                </a:solidFill>
                <a:latin typeface="Pretendard"/>
                <a:ea typeface="Pretendard"/>
                <a:cs typeface="Pretendard"/>
              </a:defRPr>
            </a:lvl7pPr>
            <a:lvl8pPr algn="l">
              <a:defRPr sz="2250" b="0">
                <a:solidFill>
                  <a:srgbClr val="173236"/>
                </a:solidFill>
                <a:latin typeface="Pretendard"/>
                <a:ea typeface="Pretendard"/>
                <a:cs typeface="Pretendard"/>
              </a:defRPr>
            </a:lvl8pPr>
            <a:lvl9pPr algn="l">
              <a:defRPr sz="2250" b="0">
                <a:solidFill>
                  <a:srgbClr val="173236"/>
                </a:solidFill>
                <a:latin typeface="Pretendard"/>
                <a:ea typeface="Pretendard"/>
                <a:cs typeface="Pretendard"/>
              </a:defRPr>
            </a:lvl9pPr>
          </a:lstStyle>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이해가 막힌 부분과 더 알고 싶은 점을 듣습니다.</a:t>
            </a:r>
          </a:p>
        </p:txBody>
      </p:sp>
      <p:sp>
        <p:nvSpPr>
          <p:cNvPr id="13" name="">
            <a:extLst xmlns:a="http://schemas.openxmlformats.org/drawingml/2006/main">
              <a:ext uri="{FF2B5EF4-FFF2-40B4-BE49-F238E27FC236}">
                <a16:creationId xmlns:a16="http://schemas.microsoft.com/office/drawing/2014/main" id="{A93E9498-9EED-4423-B703-83C3236B867E}"/>
              </a:ext>
            </a:extLst>
          </p:cNvPr>
          <p:cNvSpPr>
            <a:spLocks xmlns:a="http://schemas.openxmlformats.org/drawingml/2006/main" noGrp="1"/>
          </p:cNvSpPr>
          <p:nvPr/>
        </p:nvSpPr>
        <p:spPr>
          <a:xfrm xmlns:a="http://schemas.openxmlformats.org/drawingml/2006/main">
            <a:off x="762000" y="528637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9FA6A10-97D7-436F-AC27-B6D01C60B37F}"/>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다른 팀의 의견을 실제 관광객 조사 결과로 표현하지 않습니다.</a:t>
            </a:r>
          </a:p>
        </p:txBody>
      </p:sp>
    </p:spTree>
    <p:extLst>
      <p:ext uri="{BB962C8B-B14F-4D97-AF65-F5344CB8AC3E}">
        <p14:creationId xmlns:p14="http://schemas.microsoft.com/office/powerpoint/2010/main" val="1129622005"/>
      </p:ext>
    </p:extLst>
  </p:cSld>
</p:sld>
</file>

<file path=ppt/slides/slide23.xml><?xml version="1.0" encoding="utf-8"?>
<p:sld xmlns:p="http://schemas.openxmlformats.org/presentationml/2006/main">
  <p:cSld>
    <p:bg>
      <p:bgPr>
        <a:solidFill xmlns:a="http://schemas.openxmlformats.org/drawingml/2006/main">
          <a:srgbClr val="F4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173012-AA0A-4366-AB9B-FA7815FD30D1}"/>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147571"/>
                </a:solidFill>
                <a:latin typeface="Pretendard"/>
                <a:ea typeface="Pretendard"/>
                <a:cs typeface="Pretendard"/>
              </a:defRPr>
            </a:defPPr>
            <a:lvl1pPr algn="l">
              <a:defRPr sz="1125" b="1">
                <a:solidFill>
                  <a:srgbClr val="147571"/>
                </a:solidFill>
                <a:latin typeface="Pretendard"/>
                <a:ea typeface="Pretendard"/>
                <a:cs typeface="Pretendard"/>
              </a:defRPr>
            </a:lvl1pPr>
            <a:lvl2pPr algn="l">
              <a:defRPr sz="1125" b="1">
                <a:solidFill>
                  <a:srgbClr val="147571"/>
                </a:solidFill>
                <a:latin typeface="Pretendard"/>
                <a:ea typeface="Pretendard"/>
                <a:cs typeface="Pretendard"/>
              </a:defRPr>
            </a:lvl2pPr>
            <a:lvl3pPr algn="l">
              <a:defRPr sz="1125" b="1">
                <a:solidFill>
                  <a:srgbClr val="147571"/>
                </a:solidFill>
                <a:latin typeface="Pretendard"/>
                <a:ea typeface="Pretendard"/>
                <a:cs typeface="Pretendard"/>
              </a:defRPr>
            </a:lvl3pPr>
            <a:lvl4pPr algn="l">
              <a:defRPr sz="1125" b="1">
                <a:solidFill>
                  <a:srgbClr val="147571"/>
                </a:solidFill>
                <a:latin typeface="Pretendard"/>
                <a:ea typeface="Pretendard"/>
                <a:cs typeface="Pretendard"/>
              </a:defRPr>
            </a:lvl4pPr>
            <a:lvl5pPr algn="l">
              <a:defRPr sz="1125" b="1">
                <a:solidFill>
                  <a:srgbClr val="147571"/>
                </a:solidFill>
                <a:latin typeface="Pretendard"/>
                <a:ea typeface="Pretendard"/>
                <a:cs typeface="Pretendard"/>
              </a:defRPr>
            </a:lvl5pPr>
            <a:lvl6pPr algn="l">
              <a:defRPr sz="1125" b="1">
                <a:solidFill>
                  <a:srgbClr val="147571"/>
                </a:solidFill>
                <a:latin typeface="Pretendard"/>
                <a:ea typeface="Pretendard"/>
                <a:cs typeface="Pretendard"/>
              </a:defRPr>
            </a:lvl6pPr>
            <a:lvl7pPr algn="l">
              <a:defRPr sz="1125" b="1">
                <a:solidFill>
                  <a:srgbClr val="147571"/>
                </a:solidFill>
                <a:latin typeface="Pretendard"/>
                <a:ea typeface="Pretendard"/>
                <a:cs typeface="Pretendard"/>
              </a:defRPr>
            </a:lvl7pPr>
            <a:lvl8pPr algn="l">
              <a:defRPr sz="1125" b="1">
                <a:solidFill>
                  <a:srgbClr val="147571"/>
                </a:solidFill>
                <a:latin typeface="Pretendard"/>
                <a:ea typeface="Pretendard"/>
                <a:cs typeface="Pretendard"/>
              </a:defRPr>
            </a:lvl8pPr>
            <a:lvl9pPr algn="l">
              <a:defRPr sz="1125" b="1">
                <a:solidFill>
                  <a:srgbClr val="147571"/>
                </a:solidFill>
                <a:latin typeface="Pretendard"/>
                <a:ea typeface="Pretendard"/>
                <a:cs typeface="Pretendard"/>
              </a:defRPr>
            </a:lvl9pPr>
          </a:lstStyle>
          <a:p xmlns:a="http://schemas.openxmlformats.org/drawingml/2006/main">
            <a:pPr algn="l">
              <a:lnSpc>
                <a:spcPct val="113000"/>
              </a:lnSpc>
              <a:buNone/>
              <a:defRPr sz="1125" b="1">
                <a:solidFill>
                  <a:srgbClr val="147571"/>
                </a:solidFill>
                <a:latin typeface="Pretendard"/>
                <a:ea typeface="Pretendard"/>
                <a:cs typeface="Pretendard"/>
              </a:defRPr>
            </a:pPr>
            <a:r>
              <a:rPr sz="1125" b="1">
                <a:solidFill>
                  <a:srgbClr val="147571"/>
                </a:solidFill>
                <a:latin typeface="Pretendard"/>
                <a:ea typeface="Pretendard"/>
                <a:cs typeface="Pretendard"/>
              </a:rPr>
              <a:t>16:50–17:00 · 공유와 보완</a:t>
            </a:r>
          </a:p>
        </p:txBody>
      </p:sp>
      <p:sp>
        <p:nvSpPr>
          <p:cNvPr id="2" name="">
            <a:extLst xmlns:a="http://schemas.openxmlformats.org/drawingml/2006/main">
              <a:ext uri="{FF2B5EF4-FFF2-40B4-BE49-F238E27FC236}">
                <a16:creationId xmlns:a16="http://schemas.microsoft.com/office/drawing/2014/main" id="{571A365E-8017-4E0E-BFB3-165089C24429}"/>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73236"/>
                </a:solidFill>
                <a:latin typeface="Pretendard"/>
                <a:ea typeface="Pretendard"/>
                <a:cs typeface="Pretendard"/>
              </a:defRPr>
            </a:defPPr>
            <a:lvl1pPr algn="l">
              <a:defRPr sz="3450" b="1">
                <a:solidFill>
                  <a:srgbClr val="173236"/>
                </a:solidFill>
                <a:latin typeface="Pretendard"/>
                <a:ea typeface="Pretendard"/>
                <a:cs typeface="Pretendard"/>
              </a:defRPr>
            </a:lvl1pPr>
            <a:lvl2pPr algn="l">
              <a:defRPr sz="3450" b="1">
                <a:solidFill>
                  <a:srgbClr val="173236"/>
                </a:solidFill>
                <a:latin typeface="Pretendard"/>
                <a:ea typeface="Pretendard"/>
                <a:cs typeface="Pretendard"/>
              </a:defRPr>
            </a:lvl2pPr>
            <a:lvl3pPr algn="l">
              <a:defRPr sz="3450" b="1">
                <a:solidFill>
                  <a:srgbClr val="173236"/>
                </a:solidFill>
                <a:latin typeface="Pretendard"/>
                <a:ea typeface="Pretendard"/>
                <a:cs typeface="Pretendard"/>
              </a:defRPr>
            </a:lvl3pPr>
            <a:lvl4pPr algn="l">
              <a:defRPr sz="3450" b="1">
                <a:solidFill>
                  <a:srgbClr val="173236"/>
                </a:solidFill>
                <a:latin typeface="Pretendard"/>
                <a:ea typeface="Pretendard"/>
                <a:cs typeface="Pretendard"/>
              </a:defRPr>
            </a:lvl4pPr>
            <a:lvl5pPr algn="l">
              <a:defRPr sz="3450" b="1">
                <a:solidFill>
                  <a:srgbClr val="173236"/>
                </a:solidFill>
                <a:latin typeface="Pretendard"/>
                <a:ea typeface="Pretendard"/>
                <a:cs typeface="Pretendard"/>
              </a:defRPr>
            </a:lvl5pPr>
            <a:lvl6pPr algn="l">
              <a:defRPr sz="3450" b="1">
                <a:solidFill>
                  <a:srgbClr val="173236"/>
                </a:solidFill>
                <a:latin typeface="Pretendard"/>
                <a:ea typeface="Pretendard"/>
                <a:cs typeface="Pretendard"/>
              </a:defRPr>
            </a:lvl6pPr>
            <a:lvl7pPr algn="l">
              <a:defRPr sz="3450" b="1">
                <a:solidFill>
                  <a:srgbClr val="173236"/>
                </a:solidFill>
                <a:latin typeface="Pretendard"/>
                <a:ea typeface="Pretendard"/>
                <a:cs typeface="Pretendard"/>
              </a:defRPr>
            </a:lvl7pPr>
            <a:lvl8pPr algn="l">
              <a:defRPr sz="3450" b="1">
                <a:solidFill>
                  <a:srgbClr val="173236"/>
                </a:solidFill>
                <a:latin typeface="Pretendard"/>
                <a:ea typeface="Pretendard"/>
                <a:cs typeface="Pretendard"/>
              </a:defRPr>
            </a:lvl8pPr>
            <a:lvl9pPr algn="l">
              <a:defRPr sz="3450" b="1">
                <a:solidFill>
                  <a:srgbClr val="173236"/>
                </a:solidFill>
                <a:latin typeface="Pretendard"/>
                <a:ea typeface="Pretendard"/>
                <a:cs typeface="Pretendard"/>
              </a:defRPr>
            </a:lvl9pPr>
          </a:lstStyle>
          <a:p xmlns:a="http://schemas.openxmlformats.org/drawingml/2006/main">
            <a:pPr algn="l">
              <a:lnSpc>
                <a:spcPct val="113000"/>
              </a:lnSpc>
              <a:buNone/>
              <a:defRPr sz="3450" b="1">
                <a:solidFill>
                  <a:srgbClr val="173236"/>
                </a:solidFill>
                <a:latin typeface="Pretendard"/>
                <a:ea typeface="Pretendard"/>
                <a:cs typeface="Pretendard"/>
              </a:defRPr>
            </a:pPr>
            <a:r>
              <a:rPr sz="3450" b="1">
                <a:solidFill>
                  <a:srgbClr val="173236"/>
                </a:solidFill>
                <a:latin typeface="Pretendard"/>
                <a:ea typeface="Pretendard"/>
                <a:cs typeface="Pretendard"/>
              </a:rPr>
              <a:t>받은 의견으로 수정하기</a:t>
            </a:r>
          </a:p>
        </p:txBody>
      </p:sp>
      <p:sp>
        <p:nvSpPr>
          <p:cNvPr id="3" name="">
            <a:extLst xmlns:a="http://schemas.openxmlformats.org/drawingml/2006/main">
              <a:ext uri="{FF2B5EF4-FFF2-40B4-BE49-F238E27FC236}">
                <a16:creationId xmlns:a16="http://schemas.microsoft.com/office/drawing/2014/main" id="{ADE8CEA9-852D-4E6C-BBEE-ADD6B42D5CAD}"/>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56C66"/>
                </a:solidFill>
                <a:latin typeface="Pretendard"/>
                <a:ea typeface="Pretendard"/>
                <a:cs typeface="Pretendard"/>
              </a:defRPr>
            </a:defPPr>
            <a:lvl1pPr algn="l">
              <a:defRPr sz="1050" b="0">
                <a:solidFill>
                  <a:srgbClr val="656C66"/>
                </a:solidFill>
                <a:latin typeface="Pretendard"/>
                <a:ea typeface="Pretendard"/>
                <a:cs typeface="Pretendard"/>
              </a:defRPr>
            </a:lvl1pPr>
            <a:lvl2pPr algn="l">
              <a:defRPr sz="1050" b="0">
                <a:solidFill>
                  <a:srgbClr val="656C66"/>
                </a:solidFill>
                <a:latin typeface="Pretendard"/>
                <a:ea typeface="Pretendard"/>
                <a:cs typeface="Pretendard"/>
              </a:defRPr>
            </a:lvl2pPr>
            <a:lvl3pPr algn="l">
              <a:defRPr sz="1050" b="0">
                <a:solidFill>
                  <a:srgbClr val="656C66"/>
                </a:solidFill>
                <a:latin typeface="Pretendard"/>
                <a:ea typeface="Pretendard"/>
                <a:cs typeface="Pretendard"/>
              </a:defRPr>
            </a:lvl3pPr>
            <a:lvl4pPr algn="l">
              <a:defRPr sz="1050" b="0">
                <a:solidFill>
                  <a:srgbClr val="656C66"/>
                </a:solidFill>
                <a:latin typeface="Pretendard"/>
                <a:ea typeface="Pretendard"/>
                <a:cs typeface="Pretendard"/>
              </a:defRPr>
            </a:lvl4pPr>
            <a:lvl5pPr algn="l">
              <a:defRPr sz="1050" b="0">
                <a:solidFill>
                  <a:srgbClr val="656C66"/>
                </a:solidFill>
                <a:latin typeface="Pretendard"/>
                <a:ea typeface="Pretendard"/>
                <a:cs typeface="Pretendard"/>
              </a:defRPr>
            </a:lvl5pPr>
            <a:lvl6pPr algn="l">
              <a:defRPr sz="1050" b="0">
                <a:solidFill>
                  <a:srgbClr val="656C66"/>
                </a:solidFill>
                <a:latin typeface="Pretendard"/>
                <a:ea typeface="Pretendard"/>
                <a:cs typeface="Pretendard"/>
              </a:defRPr>
            </a:lvl6pPr>
            <a:lvl7pPr algn="l">
              <a:defRPr sz="1050" b="0">
                <a:solidFill>
                  <a:srgbClr val="656C66"/>
                </a:solidFill>
                <a:latin typeface="Pretendard"/>
                <a:ea typeface="Pretendard"/>
                <a:cs typeface="Pretendard"/>
              </a:defRPr>
            </a:lvl7pPr>
            <a:lvl8pPr algn="l">
              <a:defRPr sz="1050" b="0">
                <a:solidFill>
                  <a:srgbClr val="656C66"/>
                </a:solidFill>
                <a:latin typeface="Pretendard"/>
                <a:ea typeface="Pretendard"/>
                <a:cs typeface="Pretendard"/>
              </a:defRPr>
            </a:lvl8pPr>
            <a:lvl9pPr algn="l">
              <a:defRPr sz="1050" b="0">
                <a:solidFill>
                  <a:srgbClr val="656C66"/>
                </a:solidFill>
                <a:latin typeface="Pretendard"/>
                <a:ea typeface="Pretendard"/>
                <a:cs typeface="Pretendard"/>
              </a:defRPr>
            </a:lvl9pPr>
          </a:lstStyle>
          <a:p xmlns:a="http://schemas.openxmlformats.org/drawingml/2006/main">
            <a:pPr algn="l">
              <a:lnSpc>
                <a:spcPct val="113000"/>
              </a:lnSpc>
              <a:buNone/>
              <a:defRPr sz="1050" b="0">
                <a:solidFill>
                  <a:srgbClr val="656C66"/>
                </a:solidFill>
                <a:latin typeface="Pretendard"/>
                <a:ea typeface="Pretendard"/>
                <a:cs typeface="Pretendard"/>
              </a:defRPr>
            </a:pPr>
            <a:r>
              <a:rPr sz="1050" b="0">
                <a:solidFill>
                  <a:srgbClr val="656C66"/>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0C7781A5-2840-4FBA-B860-FD03E90B242D}"/>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56C66"/>
                </a:solidFill>
                <a:latin typeface="Pretendard"/>
                <a:ea typeface="Pretendard"/>
                <a:cs typeface="Pretendard"/>
              </a:defRPr>
            </a:defPPr>
            <a:lvl1pPr algn="r">
              <a:defRPr sz="1125" b="0">
                <a:solidFill>
                  <a:srgbClr val="656C66"/>
                </a:solidFill>
                <a:latin typeface="Pretendard"/>
                <a:ea typeface="Pretendard"/>
                <a:cs typeface="Pretendard"/>
              </a:defRPr>
            </a:lvl1pPr>
            <a:lvl2pPr algn="r">
              <a:defRPr sz="1125" b="0">
                <a:solidFill>
                  <a:srgbClr val="656C66"/>
                </a:solidFill>
                <a:latin typeface="Pretendard"/>
                <a:ea typeface="Pretendard"/>
                <a:cs typeface="Pretendard"/>
              </a:defRPr>
            </a:lvl2pPr>
            <a:lvl3pPr algn="r">
              <a:defRPr sz="1125" b="0">
                <a:solidFill>
                  <a:srgbClr val="656C66"/>
                </a:solidFill>
                <a:latin typeface="Pretendard"/>
                <a:ea typeface="Pretendard"/>
                <a:cs typeface="Pretendard"/>
              </a:defRPr>
            </a:lvl3pPr>
            <a:lvl4pPr algn="r">
              <a:defRPr sz="1125" b="0">
                <a:solidFill>
                  <a:srgbClr val="656C66"/>
                </a:solidFill>
                <a:latin typeface="Pretendard"/>
                <a:ea typeface="Pretendard"/>
                <a:cs typeface="Pretendard"/>
              </a:defRPr>
            </a:lvl4pPr>
            <a:lvl5pPr algn="r">
              <a:defRPr sz="1125" b="0">
                <a:solidFill>
                  <a:srgbClr val="656C66"/>
                </a:solidFill>
                <a:latin typeface="Pretendard"/>
                <a:ea typeface="Pretendard"/>
                <a:cs typeface="Pretendard"/>
              </a:defRPr>
            </a:lvl5pPr>
            <a:lvl6pPr algn="r">
              <a:defRPr sz="1125" b="0">
                <a:solidFill>
                  <a:srgbClr val="656C66"/>
                </a:solidFill>
                <a:latin typeface="Pretendard"/>
                <a:ea typeface="Pretendard"/>
                <a:cs typeface="Pretendard"/>
              </a:defRPr>
            </a:lvl6pPr>
            <a:lvl7pPr algn="r">
              <a:defRPr sz="1125" b="0">
                <a:solidFill>
                  <a:srgbClr val="656C66"/>
                </a:solidFill>
                <a:latin typeface="Pretendard"/>
                <a:ea typeface="Pretendard"/>
                <a:cs typeface="Pretendard"/>
              </a:defRPr>
            </a:lvl7pPr>
            <a:lvl8pPr algn="r">
              <a:defRPr sz="1125" b="0">
                <a:solidFill>
                  <a:srgbClr val="656C66"/>
                </a:solidFill>
                <a:latin typeface="Pretendard"/>
                <a:ea typeface="Pretendard"/>
                <a:cs typeface="Pretendard"/>
              </a:defRPr>
            </a:lvl8pPr>
            <a:lvl9pPr algn="r">
              <a:defRPr sz="1125" b="0">
                <a:solidFill>
                  <a:srgbClr val="656C66"/>
                </a:solidFill>
                <a:latin typeface="Pretendard"/>
                <a:ea typeface="Pretendard"/>
                <a:cs typeface="Pretendard"/>
              </a:defRPr>
            </a:lvl9pPr>
          </a:lstStyle>
          <a:p xmlns:a="http://schemas.openxmlformats.org/drawingml/2006/main">
            <a:pPr algn="r">
              <a:lnSpc>
                <a:spcPct val="113000"/>
              </a:lnSpc>
              <a:buNone/>
              <a:defRPr sz="1125" b="0">
                <a:solidFill>
                  <a:srgbClr val="656C66"/>
                </a:solidFill>
                <a:latin typeface="Pretendard"/>
                <a:ea typeface="Pretendard"/>
                <a:cs typeface="Pretendard"/>
              </a:defRPr>
            </a:pPr>
            <a:r>
              <a:rPr sz="1125" b="0">
                <a:solidFill>
                  <a:srgbClr val="656C66"/>
                </a:solidFill>
                <a:latin typeface="Pretendard"/>
                <a:ea typeface="Pretendard"/>
                <a:cs typeface="Pretendard"/>
              </a:rPr>
              <a:t>23</a:t>
            </a:r>
          </a:p>
        </p:txBody>
      </p:sp>
      <p:sp>
        <p:nvSpPr>
          <p:cNvPr id="5" name="">
            <a:extLst xmlns:a="http://schemas.openxmlformats.org/drawingml/2006/main">
              <a:ext uri="{FF2B5EF4-FFF2-40B4-BE49-F238E27FC236}">
                <a16:creationId xmlns:a16="http://schemas.microsoft.com/office/drawing/2014/main" id="{88DC531B-105E-4E45-AB7F-98511F73897D}"/>
              </a:ext>
            </a:extLst>
          </p:cNvPr>
          <p:cNvSpPr>
            <a:spLocks xmlns:a="http://schemas.openxmlformats.org/drawingml/2006/main" noGrp="1"/>
          </p:cNvSpPr>
          <p:nvPr/>
        </p:nvSpPr>
        <p:spPr>
          <a:xfrm xmlns:a="http://schemas.openxmlformats.org/drawingml/2006/main">
            <a:off x="762000" y="2114550"/>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A34F3D"/>
                </a:solidFill>
                <a:latin typeface="Pretendard"/>
                <a:ea typeface="Pretendard"/>
                <a:cs typeface="Pretendard"/>
              </a:defRPr>
            </a:defPPr>
            <a:lvl1pPr algn="l">
              <a:defRPr sz="1950" b="1">
                <a:solidFill>
                  <a:srgbClr val="A34F3D"/>
                </a:solidFill>
                <a:latin typeface="Pretendard"/>
                <a:ea typeface="Pretendard"/>
                <a:cs typeface="Pretendard"/>
              </a:defRPr>
            </a:lvl1pPr>
            <a:lvl2pPr algn="l">
              <a:defRPr sz="1950" b="1">
                <a:solidFill>
                  <a:srgbClr val="A34F3D"/>
                </a:solidFill>
                <a:latin typeface="Pretendard"/>
                <a:ea typeface="Pretendard"/>
                <a:cs typeface="Pretendard"/>
              </a:defRPr>
            </a:lvl2pPr>
            <a:lvl3pPr algn="l">
              <a:defRPr sz="1950" b="1">
                <a:solidFill>
                  <a:srgbClr val="A34F3D"/>
                </a:solidFill>
                <a:latin typeface="Pretendard"/>
                <a:ea typeface="Pretendard"/>
                <a:cs typeface="Pretendard"/>
              </a:defRPr>
            </a:lvl3pPr>
            <a:lvl4pPr algn="l">
              <a:defRPr sz="1950" b="1">
                <a:solidFill>
                  <a:srgbClr val="A34F3D"/>
                </a:solidFill>
                <a:latin typeface="Pretendard"/>
                <a:ea typeface="Pretendard"/>
                <a:cs typeface="Pretendard"/>
              </a:defRPr>
            </a:lvl4pPr>
            <a:lvl5pPr algn="l">
              <a:defRPr sz="1950" b="1">
                <a:solidFill>
                  <a:srgbClr val="A34F3D"/>
                </a:solidFill>
                <a:latin typeface="Pretendard"/>
                <a:ea typeface="Pretendard"/>
                <a:cs typeface="Pretendard"/>
              </a:defRPr>
            </a:lvl5pPr>
            <a:lvl6pPr algn="l">
              <a:defRPr sz="1950" b="1">
                <a:solidFill>
                  <a:srgbClr val="A34F3D"/>
                </a:solidFill>
                <a:latin typeface="Pretendard"/>
                <a:ea typeface="Pretendard"/>
                <a:cs typeface="Pretendard"/>
              </a:defRPr>
            </a:lvl6pPr>
            <a:lvl7pPr algn="l">
              <a:defRPr sz="1950" b="1">
                <a:solidFill>
                  <a:srgbClr val="A34F3D"/>
                </a:solidFill>
                <a:latin typeface="Pretendard"/>
                <a:ea typeface="Pretendard"/>
                <a:cs typeface="Pretendard"/>
              </a:defRPr>
            </a:lvl7pPr>
            <a:lvl8pPr algn="l">
              <a:defRPr sz="1950" b="1">
                <a:solidFill>
                  <a:srgbClr val="A34F3D"/>
                </a:solidFill>
                <a:latin typeface="Pretendard"/>
                <a:ea typeface="Pretendard"/>
                <a:cs typeface="Pretendard"/>
              </a:defRPr>
            </a:lvl8pPr>
            <a:lvl9pPr algn="l">
              <a:defRPr sz="1950" b="1">
                <a:solidFill>
                  <a:srgbClr val="A34F3D"/>
                </a:solidFill>
                <a:latin typeface="Pretendard"/>
                <a:ea typeface="Pretendard"/>
                <a:cs typeface="Pretendard"/>
              </a:defRPr>
            </a:lvl9pPr>
          </a:lstStyle>
          <a:p xmlns:a="http://schemas.openxmlformats.org/drawingml/2006/main">
            <a:pPr algn="l">
              <a:lnSpc>
                <a:spcPct val="113000"/>
              </a:lnSpc>
              <a:buNone/>
              <a:defRPr sz="1950" b="1">
                <a:solidFill>
                  <a:srgbClr val="A34F3D"/>
                </a:solidFill>
                <a:latin typeface="Pretendard"/>
                <a:ea typeface="Pretendard"/>
                <a:cs typeface="Pretendard"/>
              </a:defRPr>
            </a:pPr>
            <a:r>
              <a:rPr sz="1950" b="1">
                <a:solidFill>
                  <a:srgbClr val="A34F3D"/>
                </a:solidFill>
                <a:latin typeface="Pretendard"/>
                <a:ea typeface="Pretendard"/>
                <a:cs typeface="Pretendard"/>
              </a:rPr>
              <a:t>받은 의견</a:t>
            </a:r>
          </a:p>
        </p:txBody>
      </p:sp>
      <p:sp>
        <p:nvSpPr>
          <p:cNvPr id="6" name="">
            <a:extLst xmlns:a="http://schemas.openxmlformats.org/drawingml/2006/main">
              <a:ext uri="{FF2B5EF4-FFF2-40B4-BE49-F238E27FC236}">
                <a16:creationId xmlns:a16="http://schemas.microsoft.com/office/drawing/2014/main" id="{9A05B2D4-2EE8-4C0C-A59A-6955A01949C5}"/>
              </a:ext>
            </a:extLst>
          </p:cNvPr>
          <p:cNvSpPr>
            <a:spLocks xmlns:a="http://schemas.openxmlformats.org/drawingml/2006/main" noGrp="1"/>
          </p:cNvSpPr>
          <p:nvPr/>
        </p:nvSpPr>
        <p:spPr>
          <a:xfrm xmlns:a="http://schemas.openxmlformats.org/drawingml/2006/main">
            <a:off x="2762250" y="2085975"/>
            <a:ext cx="866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173236"/>
                </a:solidFill>
                <a:latin typeface="Pretendard"/>
                <a:ea typeface="Pretendard"/>
                <a:cs typeface="Pretendard"/>
              </a:defRPr>
            </a:defPPr>
            <a:lvl1pPr algn="l">
              <a:defRPr sz="2475" b="0">
                <a:solidFill>
                  <a:srgbClr val="173236"/>
                </a:solidFill>
                <a:latin typeface="Pretendard"/>
                <a:ea typeface="Pretendard"/>
                <a:cs typeface="Pretendard"/>
              </a:defRPr>
            </a:lvl1pPr>
            <a:lvl2pPr algn="l">
              <a:defRPr sz="2475" b="0">
                <a:solidFill>
                  <a:srgbClr val="173236"/>
                </a:solidFill>
                <a:latin typeface="Pretendard"/>
                <a:ea typeface="Pretendard"/>
                <a:cs typeface="Pretendard"/>
              </a:defRPr>
            </a:lvl2pPr>
            <a:lvl3pPr algn="l">
              <a:defRPr sz="2475" b="0">
                <a:solidFill>
                  <a:srgbClr val="173236"/>
                </a:solidFill>
                <a:latin typeface="Pretendard"/>
                <a:ea typeface="Pretendard"/>
                <a:cs typeface="Pretendard"/>
              </a:defRPr>
            </a:lvl3pPr>
            <a:lvl4pPr algn="l">
              <a:defRPr sz="2475" b="0">
                <a:solidFill>
                  <a:srgbClr val="173236"/>
                </a:solidFill>
                <a:latin typeface="Pretendard"/>
                <a:ea typeface="Pretendard"/>
                <a:cs typeface="Pretendard"/>
              </a:defRPr>
            </a:lvl4pPr>
            <a:lvl5pPr algn="l">
              <a:defRPr sz="2475" b="0">
                <a:solidFill>
                  <a:srgbClr val="173236"/>
                </a:solidFill>
                <a:latin typeface="Pretendard"/>
                <a:ea typeface="Pretendard"/>
                <a:cs typeface="Pretendard"/>
              </a:defRPr>
            </a:lvl5pPr>
            <a:lvl6pPr algn="l">
              <a:defRPr sz="2475" b="0">
                <a:solidFill>
                  <a:srgbClr val="173236"/>
                </a:solidFill>
                <a:latin typeface="Pretendard"/>
                <a:ea typeface="Pretendard"/>
                <a:cs typeface="Pretendard"/>
              </a:defRPr>
            </a:lvl6pPr>
            <a:lvl7pPr algn="l">
              <a:defRPr sz="2475" b="0">
                <a:solidFill>
                  <a:srgbClr val="173236"/>
                </a:solidFill>
                <a:latin typeface="Pretendard"/>
                <a:ea typeface="Pretendard"/>
                <a:cs typeface="Pretendard"/>
              </a:defRPr>
            </a:lvl7pPr>
            <a:lvl8pPr algn="l">
              <a:defRPr sz="2475" b="0">
                <a:solidFill>
                  <a:srgbClr val="173236"/>
                </a:solidFill>
                <a:latin typeface="Pretendard"/>
                <a:ea typeface="Pretendard"/>
                <a:cs typeface="Pretendard"/>
              </a:defRPr>
            </a:lvl8pPr>
            <a:lvl9pPr algn="l">
              <a:defRPr sz="2475" b="0">
                <a:solidFill>
                  <a:srgbClr val="173236"/>
                </a:solidFill>
                <a:latin typeface="Pretendard"/>
                <a:ea typeface="Pretendard"/>
                <a:cs typeface="Pretendard"/>
              </a:defRPr>
            </a:lvl9pPr>
          </a:lstStyle>
          <a:p xmlns:a="http://schemas.openxmlformats.org/drawingml/2006/main">
            <a:pPr algn="l">
              <a:lnSpc>
                <a:spcPct val="113000"/>
              </a:lnSpc>
              <a:buNone/>
              <a:defRPr sz="2475" b="0">
                <a:solidFill>
                  <a:srgbClr val="173236"/>
                </a:solidFill>
                <a:latin typeface="Pretendard"/>
                <a:ea typeface="Pretendard"/>
                <a:cs typeface="Pretendard"/>
              </a:defRPr>
            </a:pPr>
            <a:r>
              <a:rPr sz="2475" b="0">
                <a:solidFill>
                  <a:srgbClr val="173236"/>
                </a:solidFill>
                <a:latin typeface="Pretendard"/>
                <a:ea typeface="Pretendard"/>
                <a:cs typeface="Pretendard"/>
              </a:rPr>
              <a:t>“자료 카드를 고른 다음 무엇을 하나요?”</a:t>
            </a:r>
          </a:p>
        </p:txBody>
      </p:sp>
      <p:sp>
        <p:nvSpPr>
          <p:cNvPr id="7" name="">
            <a:extLst xmlns:a="http://schemas.openxmlformats.org/drawingml/2006/main">
              <a:ext uri="{FF2B5EF4-FFF2-40B4-BE49-F238E27FC236}">
                <a16:creationId xmlns:a16="http://schemas.microsoft.com/office/drawing/2014/main" id="{55AB5EA5-3F6A-4752-A685-B80510102366}"/>
              </a:ext>
            </a:extLst>
          </p:cNvPr>
          <p:cNvSpPr>
            <a:spLocks xmlns:a="http://schemas.openxmlformats.org/drawingml/2006/main" noGrp="1"/>
          </p:cNvSpPr>
          <p:nvPr/>
        </p:nvSpPr>
        <p:spPr>
          <a:xfrm xmlns:a="http://schemas.openxmlformats.org/drawingml/2006/main">
            <a:off x="762000" y="3133725"/>
            <a:ext cx="10668000" cy="13335"/>
          </a:xfrm>
          <a:prstGeom xmlns:a="http://schemas.openxmlformats.org/drawingml/2006/main" prst="rect">
            <a:avLst/>
          </a:prstGeom>
          <a:solidFill xmlns:a="http://schemas.openxmlformats.org/drawingml/2006/main">
            <a:srgbClr val="C7CE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69647E-48CA-41CC-84CC-FA3FE0D987D6}"/>
              </a:ext>
            </a:extLst>
          </p:cNvPr>
          <p:cNvSpPr>
            <a:spLocks xmlns:a="http://schemas.openxmlformats.org/drawingml/2006/main" noGrp="1"/>
          </p:cNvSpPr>
          <p:nvPr/>
        </p:nvSpPr>
        <p:spPr>
          <a:xfrm xmlns:a="http://schemas.openxmlformats.org/drawingml/2006/main">
            <a:off x="762000" y="3562350"/>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47571"/>
                </a:solidFill>
                <a:latin typeface="Pretendard"/>
                <a:ea typeface="Pretendard"/>
                <a:cs typeface="Pretendard"/>
              </a:defRPr>
            </a:defPPr>
            <a:lvl1pPr algn="l">
              <a:defRPr sz="1950" b="1">
                <a:solidFill>
                  <a:srgbClr val="147571"/>
                </a:solidFill>
                <a:latin typeface="Pretendard"/>
                <a:ea typeface="Pretendard"/>
                <a:cs typeface="Pretendard"/>
              </a:defRPr>
            </a:lvl1pPr>
            <a:lvl2pPr algn="l">
              <a:defRPr sz="1950" b="1">
                <a:solidFill>
                  <a:srgbClr val="147571"/>
                </a:solidFill>
                <a:latin typeface="Pretendard"/>
                <a:ea typeface="Pretendard"/>
                <a:cs typeface="Pretendard"/>
              </a:defRPr>
            </a:lvl2pPr>
            <a:lvl3pPr algn="l">
              <a:defRPr sz="1950" b="1">
                <a:solidFill>
                  <a:srgbClr val="147571"/>
                </a:solidFill>
                <a:latin typeface="Pretendard"/>
                <a:ea typeface="Pretendard"/>
                <a:cs typeface="Pretendard"/>
              </a:defRPr>
            </a:lvl3pPr>
            <a:lvl4pPr algn="l">
              <a:defRPr sz="1950" b="1">
                <a:solidFill>
                  <a:srgbClr val="147571"/>
                </a:solidFill>
                <a:latin typeface="Pretendard"/>
                <a:ea typeface="Pretendard"/>
                <a:cs typeface="Pretendard"/>
              </a:defRPr>
            </a:lvl4pPr>
            <a:lvl5pPr algn="l">
              <a:defRPr sz="1950" b="1">
                <a:solidFill>
                  <a:srgbClr val="147571"/>
                </a:solidFill>
                <a:latin typeface="Pretendard"/>
                <a:ea typeface="Pretendard"/>
                <a:cs typeface="Pretendard"/>
              </a:defRPr>
            </a:lvl5pPr>
            <a:lvl6pPr algn="l">
              <a:defRPr sz="1950" b="1">
                <a:solidFill>
                  <a:srgbClr val="147571"/>
                </a:solidFill>
                <a:latin typeface="Pretendard"/>
                <a:ea typeface="Pretendard"/>
                <a:cs typeface="Pretendard"/>
              </a:defRPr>
            </a:lvl6pPr>
            <a:lvl7pPr algn="l">
              <a:defRPr sz="1950" b="1">
                <a:solidFill>
                  <a:srgbClr val="147571"/>
                </a:solidFill>
                <a:latin typeface="Pretendard"/>
                <a:ea typeface="Pretendard"/>
                <a:cs typeface="Pretendard"/>
              </a:defRPr>
            </a:lvl7pPr>
            <a:lvl8pPr algn="l">
              <a:defRPr sz="1950" b="1">
                <a:solidFill>
                  <a:srgbClr val="147571"/>
                </a:solidFill>
                <a:latin typeface="Pretendard"/>
                <a:ea typeface="Pretendard"/>
                <a:cs typeface="Pretendard"/>
              </a:defRPr>
            </a:lvl8pPr>
            <a:lvl9pPr algn="l">
              <a:defRPr sz="1950" b="1">
                <a:solidFill>
                  <a:srgbClr val="147571"/>
                </a:solidFill>
                <a:latin typeface="Pretendard"/>
                <a:ea typeface="Pretendard"/>
                <a:cs typeface="Pretendard"/>
              </a:defRPr>
            </a:lvl9pPr>
          </a:lstStyle>
          <a:p xmlns:a="http://schemas.openxmlformats.org/drawingml/2006/main">
            <a:pPr algn="l">
              <a:lnSpc>
                <a:spcPct val="113000"/>
              </a:lnSpc>
              <a:buNone/>
              <a:defRPr sz="1950" b="1">
                <a:solidFill>
                  <a:srgbClr val="147571"/>
                </a:solidFill>
                <a:latin typeface="Pretendard"/>
                <a:ea typeface="Pretendard"/>
                <a:cs typeface="Pretendard"/>
              </a:defRPr>
            </a:pPr>
            <a:r>
              <a:rPr sz="1950" b="1">
                <a:solidFill>
                  <a:srgbClr val="147571"/>
                </a:solidFill>
                <a:latin typeface="Pretendard"/>
                <a:ea typeface="Pretendard"/>
                <a:cs typeface="Pretendard"/>
              </a:rPr>
              <a:t>수정 요청</a:t>
            </a:r>
          </a:p>
        </p:txBody>
      </p:sp>
      <p:sp>
        <p:nvSpPr>
          <p:cNvPr id="9" name="">
            <a:extLst xmlns:a="http://schemas.openxmlformats.org/drawingml/2006/main">
              <a:ext uri="{FF2B5EF4-FFF2-40B4-BE49-F238E27FC236}">
                <a16:creationId xmlns:a16="http://schemas.microsoft.com/office/drawing/2014/main" id="{EB31A0B0-5F89-4E7E-852F-0735BD24FEE1}"/>
              </a:ext>
            </a:extLst>
          </p:cNvPr>
          <p:cNvSpPr>
            <a:spLocks xmlns:a="http://schemas.openxmlformats.org/drawingml/2006/main" noGrp="1"/>
          </p:cNvSpPr>
          <p:nvPr/>
        </p:nvSpPr>
        <p:spPr>
          <a:xfrm xmlns:a="http://schemas.openxmlformats.org/drawingml/2006/main">
            <a:off x="2762250" y="3524250"/>
            <a:ext cx="86677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236"/>
                </a:solidFill>
                <a:latin typeface="Pretendard"/>
                <a:ea typeface="Pretendard"/>
                <a:cs typeface="Pretendard"/>
              </a:defRPr>
            </a:defPPr>
            <a:lvl1pPr algn="l">
              <a:defRPr sz="2250" b="0">
                <a:solidFill>
                  <a:srgbClr val="173236"/>
                </a:solidFill>
                <a:latin typeface="Pretendard"/>
                <a:ea typeface="Pretendard"/>
                <a:cs typeface="Pretendard"/>
              </a:defRPr>
            </a:lvl1pPr>
            <a:lvl2pPr algn="l">
              <a:defRPr sz="2250" b="0">
                <a:solidFill>
                  <a:srgbClr val="173236"/>
                </a:solidFill>
                <a:latin typeface="Pretendard"/>
                <a:ea typeface="Pretendard"/>
                <a:cs typeface="Pretendard"/>
              </a:defRPr>
            </a:lvl2pPr>
            <a:lvl3pPr algn="l">
              <a:defRPr sz="2250" b="0">
                <a:solidFill>
                  <a:srgbClr val="173236"/>
                </a:solidFill>
                <a:latin typeface="Pretendard"/>
                <a:ea typeface="Pretendard"/>
                <a:cs typeface="Pretendard"/>
              </a:defRPr>
            </a:lvl3pPr>
            <a:lvl4pPr algn="l">
              <a:defRPr sz="2250" b="0">
                <a:solidFill>
                  <a:srgbClr val="173236"/>
                </a:solidFill>
                <a:latin typeface="Pretendard"/>
                <a:ea typeface="Pretendard"/>
                <a:cs typeface="Pretendard"/>
              </a:defRPr>
            </a:lvl4pPr>
            <a:lvl5pPr algn="l">
              <a:defRPr sz="2250" b="0">
                <a:solidFill>
                  <a:srgbClr val="173236"/>
                </a:solidFill>
                <a:latin typeface="Pretendard"/>
                <a:ea typeface="Pretendard"/>
                <a:cs typeface="Pretendard"/>
              </a:defRPr>
            </a:lvl5pPr>
            <a:lvl6pPr algn="l">
              <a:defRPr sz="2250" b="0">
                <a:solidFill>
                  <a:srgbClr val="173236"/>
                </a:solidFill>
                <a:latin typeface="Pretendard"/>
                <a:ea typeface="Pretendard"/>
                <a:cs typeface="Pretendard"/>
              </a:defRPr>
            </a:lvl6pPr>
            <a:lvl7pPr algn="l">
              <a:defRPr sz="2250" b="0">
                <a:solidFill>
                  <a:srgbClr val="173236"/>
                </a:solidFill>
                <a:latin typeface="Pretendard"/>
                <a:ea typeface="Pretendard"/>
                <a:cs typeface="Pretendard"/>
              </a:defRPr>
            </a:lvl7pPr>
            <a:lvl8pPr algn="l">
              <a:defRPr sz="2250" b="0">
                <a:solidFill>
                  <a:srgbClr val="173236"/>
                </a:solidFill>
                <a:latin typeface="Pretendard"/>
                <a:ea typeface="Pretendard"/>
                <a:cs typeface="Pretendard"/>
              </a:defRPr>
            </a:lvl8pPr>
            <a:lvl9pPr algn="l">
              <a:defRPr sz="2250" b="0">
                <a:solidFill>
                  <a:srgbClr val="173236"/>
                </a:solidFill>
                <a:latin typeface="Pretendard"/>
                <a:ea typeface="Pretendard"/>
                <a:cs typeface="Pretendard"/>
              </a:defRPr>
            </a:lvl9pPr>
          </a:lstStyle>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전시판 활동의 목적과 구성품은 유지해줘.</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카드를 고른 뒤 배치하고 설명하는 순서를</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처음 보는 사람도 알 수 있게 고쳐줘.</a:t>
            </a:r>
          </a:p>
          <a:p xmlns:a="http://schemas.openxmlformats.org/drawingml/2006/main">
            <a:pPr algn="l">
              <a:lnSpc>
                <a:spcPct val="113000"/>
              </a:lnSpc>
              <a:buNone/>
              <a:defRPr sz="2250" b="0">
                <a:solidFill>
                  <a:srgbClr val="173236"/>
                </a:solidFill>
                <a:latin typeface="Pretendard"/>
                <a:ea typeface="Pretendard"/>
                <a:cs typeface="Pretendard"/>
              </a:defRPr>
            </a:pPr>
            <a:r>
              <a:rPr sz="2250" b="0">
                <a:solidFill>
                  <a:srgbClr val="173236"/>
                </a:solidFill>
                <a:latin typeface="Pretendard"/>
                <a:ea typeface="Pretendard"/>
                <a:cs typeface="Pretendard"/>
              </a:rPr>
              <a:t>수정한 안내와 완료 조건을 따로 정리해줘.</a:t>
            </a:r>
          </a:p>
        </p:txBody>
      </p:sp>
      <p:sp>
        <p:nvSpPr>
          <p:cNvPr id="10" name="">
            <a:extLst xmlns:a="http://schemas.openxmlformats.org/drawingml/2006/main">
              <a:ext uri="{FF2B5EF4-FFF2-40B4-BE49-F238E27FC236}">
                <a16:creationId xmlns:a16="http://schemas.microsoft.com/office/drawing/2014/main" id="{5EDBE40F-5867-4864-B41A-45A2BA6458AC}"/>
              </a:ext>
            </a:extLst>
          </p:cNvPr>
          <p:cNvSpPr>
            <a:spLocks xmlns:a="http://schemas.openxmlformats.org/drawingml/2006/main" noGrp="1"/>
          </p:cNvSpPr>
          <p:nvPr/>
        </p:nvSpPr>
        <p:spPr>
          <a:xfrm xmlns:a="http://schemas.openxmlformats.org/drawingml/2006/main">
            <a:off x="742950" y="601980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56C66"/>
                </a:solidFill>
                <a:latin typeface="Pretendard"/>
                <a:ea typeface="Pretendard"/>
                <a:cs typeface="Pretendard"/>
              </a:defRPr>
            </a:defPPr>
            <a:lvl1pPr algn="l">
              <a:defRPr sz="1200" b="0">
                <a:solidFill>
                  <a:srgbClr val="656C66"/>
                </a:solidFill>
                <a:latin typeface="Pretendard"/>
                <a:ea typeface="Pretendard"/>
                <a:cs typeface="Pretendard"/>
              </a:defRPr>
            </a:lvl1pPr>
            <a:lvl2pPr algn="l">
              <a:defRPr sz="1200" b="0">
                <a:solidFill>
                  <a:srgbClr val="656C66"/>
                </a:solidFill>
                <a:latin typeface="Pretendard"/>
                <a:ea typeface="Pretendard"/>
                <a:cs typeface="Pretendard"/>
              </a:defRPr>
            </a:lvl2pPr>
            <a:lvl3pPr algn="l">
              <a:defRPr sz="1200" b="0">
                <a:solidFill>
                  <a:srgbClr val="656C66"/>
                </a:solidFill>
                <a:latin typeface="Pretendard"/>
                <a:ea typeface="Pretendard"/>
                <a:cs typeface="Pretendard"/>
              </a:defRPr>
            </a:lvl3pPr>
            <a:lvl4pPr algn="l">
              <a:defRPr sz="1200" b="0">
                <a:solidFill>
                  <a:srgbClr val="656C66"/>
                </a:solidFill>
                <a:latin typeface="Pretendard"/>
                <a:ea typeface="Pretendard"/>
                <a:cs typeface="Pretendard"/>
              </a:defRPr>
            </a:lvl4pPr>
            <a:lvl5pPr algn="l">
              <a:defRPr sz="1200" b="0">
                <a:solidFill>
                  <a:srgbClr val="656C66"/>
                </a:solidFill>
                <a:latin typeface="Pretendard"/>
                <a:ea typeface="Pretendard"/>
                <a:cs typeface="Pretendard"/>
              </a:defRPr>
            </a:lvl5pPr>
            <a:lvl6pPr algn="l">
              <a:defRPr sz="1200" b="0">
                <a:solidFill>
                  <a:srgbClr val="656C66"/>
                </a:solidFill>
                <a:latin typeface="Pretendard"/>
                <a:ea typeface="Pretendard"/>
                <a:cs typeface="Pretendard"/>
              </a:defRPr>
            </a:lvl6pPr>
            <a:lvl7pPr algn="l">
              <a:defRPr sz="1200" b="0">
                <a:solidFill>
                  <a:srgbClr val="656C66"/>
                </a:solidFill>
                <a:latin typeface="Pretendard"/>
                <a:ea typeface="Pretendard"/>
                <a:cs typeface="Pretendard"/>
              </a:defRPr>
            </a:lvl7pPr>
            <a:lvl8pPr algn="l">
              <a:defRPr sz="1200" b="0">
                <a:solidFill>
                  <a:srgbClr val="656C66"/>
                </a:solidFill>
                <a:latin typeface="Pretendard"/>
                <a:ea typeface="Pretendard"/>
                <a:cs typeface="Pretendard"/>
              </a:defRPr>
            </a:lvl8pPr>
            <a:lvl9pPr algn="l">
              <a:defRPr sz="1200" b="0">
                <a:solidFill>
                  <a:srgbClr val="656C66"/>
                </a:solidFill>
                <a:latin typeface="Pretendard"/>
                <a:ea typeface="Pretendard"/>
                <a:cs typeface="Pretendard"/>
              </a:defRPr>
            </a:lvl9pPr>
          </a:lstStyle>
          <a:p xmlns:a="http://schemas.openxmlformats.org/drawingml/2006/main">
            <a:pPr algn="l">
              <a:lnSpc>
                <a:spcPct val="113000"/>
              </a:lnSpc>
              <a:buNone/>
              <a:defRPr sz="1200" b="0">
                <a:solidFill>
                  <a:srgbClr val="656C66"/>
                </a:solidFill>
                <a:latin typeface="Pretendard"/>
                <a:ea typeface="Pretendard"/>
                <a:cs typeface="Pretendard"/>
              </a:defRPr>
            </a:pPr>
            <a:r>
              <a:rPr sz="1200" b="0">
                <a:solidFill>
                  <a:srgbClr val="656C66"/>
                </a:solidFill>
                <a:latin typeface="Pretendard"/>
                <a:ea typeface="Pretendard"/>
                <a:cs typeface="Pretendard"/>
              </a:rPr>
              <a:t>피드백과 수정 요청의 예시</a:t>
            </a:r>
          </a:p>
        </p:txBody>
      </p:sp>
    </p:spTree>
    <p:extLst>
      <p:ext uri="{BB962C8B-B14F-4D97-AF65-F5344CB8AC3E}">
        <p14:creationId xmlns:p14="http://schemas.microsoft.com/office/powerpoint/2010/main" val="1313590028"/>
      </p:ext>
    </p:extLst>
  </p:cSld>
</p:sld>
</file>

<file path=ppt/slides/slide24.xml><?xml version="1.0" encoding="utf-8"?>
<p:sld xmlns:p="http://schemas.openxmlformats.org/presentationml/2006/main">
  <p:cSld>
    <p:bg>
      <p:bgPr>
        <a:solidFill xmlns:a="http://schemas.openxmlformats.org/drawingml/2006/main">
          <a:srgbClr val="17323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AAE4B5-E37A-4BF4-AC2A-C52B5D114EAF}"/>
              </a:ext>
            </a:extLst>
          </p:cNvPr>
          <p:cNvSpPr>
            <a:spLocks xmlns:a="http://schemas.openxmlformats.org/drawingml/2006/main" noGrp="1"/>
          </p:cNvSpPr>
          <p:nvPr/>
        </p:nvSpPr>
        <p:spPr>
          <a:xfrm xmlns:a="http://schemas.openxmlformats.org/drawingml/2006/main">
            <a:off x="723900" y="3429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1">
                <a:solidFill>
                  <a:srgbClr val="AFD3C8"/>
                </a:solidFill>
                <a:latin typeface="Pretendard"/>
                <a:ea typeface="Pretendard"/>
                <a:cs typeface="Pretendard"/>
              </a:defRPr>
            </a:defPPr>
            <a:lvl1pPr algn="l">
              <a:defRPr sz="1125" b="1">
                <a:solidFill>
                  <a:srgbClr val="AFD3C8"/>
                </a:solidFill>
                <a:latin typeface="Pretendard"/>
                <a:ea typeface="Pretendard"/>
                <a:cs typeface="Pretendard"/>
              </a:defRPr>
            </a:lvl1pPr>
            <a:lvl2pPr algn="l">
              <a:defRPr sz="1125" b="1">
                <a:solidFill>
                  <a:srgbClr val="AFD3C8"/>
                </a:solidFill>
                <a:latin typeface="Pretendard"/>
                <a:ea typeface="Pretendard"/>
                <a:cs typeface="Pretendard"/>
              </a:defRPr>
            </a:lvl2pPr>
            <a:lvl3pPr algn="l">
              <a:defRPr sz="1125" b="1">
                <a:solidFill>
                  <a:srgbClr val="AFD3C8"/>
                </a:solidFill>
                <a:latin typeface="Pretendard"/>
                <a:ea typeface="Pretendard"/>
                <a:cs typeface="Pretendard"/>
              </a:defRPr>
            </a:lvl3pPr>
            <a:lvl4pPr algn="l">
              <a:defRPr sz="1125" b="1">
                <a:solidFill>
                  <a:srgbClr val="AFD3C8"/>
                </a:solidFill>
                <a:latin typeface="Pretendard"/>
                <a:ea typeface="Pretendard"/>
                <a:cs typeface="Pretendard"/>
              </a:defRPr>
            </a:lvl4pPr>
            <a:lvl5pPr algn="l">
              <a:defRPr sz="1125" b="1">
                <a:solidFill>
                  <a:srgbClr val="AFD3C8"/>
                </a:solidFill>
                <a:latin typeface="Pretendard"/>
                <a:ea typeface="Pretendard"/>
                <a:cs typeface="Pretendard"/>
              </a:defRPr>
            </a:lvl5pPr>
            <a:lvl6pPr algn="l">
              <a:defRPr sz="1125" b="1">
                <a:solidFill>
                  <a:srgbClr val="AFD3C8"/>
                </a:solidFill>
                <a:latin typeface="Pretendard"/>
                <a:ea typeface="Pretendard"/>
                <a:cs typeface="Pretendard"/>
              </a:defRPr>
            </a:lvl6pPr>
            <a:lvl7pPr algn="l">
              <a:defRPr sz="1125" b="1">
                <a:solidFill>
                  <a:srgbClr val="AFD3C8"/>
                </a:solidFill>
                <a:latin typeface="Pretendard"/>
                <a:ea typeface="Pretendard"/>
                <a:cs typeface="Pretendard"/>
              </a:defRPr>
            </a:lvl7pPr>
            <a:lvl8pPr algn="l">
              <a:defRPr sz="1125" b="1">
                <a:solidFill>
                  <a:srgbClr val="AFD3C8"/>
                </a:solidFill>
                <a:latin typeface="Pretendard"/>
                <a:ea typeface="Pretendard"/>
                <a:cs typeface="Pretendard"/>
              </a:defRPr>
            </a:lvl8pPr>
            <a:lvl9pPr algn="l">
              <a:defRPr sz="1125" b="1">
                <a:solidFill>
                  <a:srgbClr val="AFD3C8"/>
                </a:solidFill>
                <a:latin typeface="Pretendard"/>
                <a:ea typeface="Pretendard"/>
                <a:cs typeface="Pretendard"/>
              </a:defRPr>
            </a:lvl9pPr>
          </a:lstStyle>
          <a:p xmlns:a="http://schemas.openxmlformats.org/drawingml/2006/main">
            <a:pPr algn="l">
              <a:lnSpc>
                <a:spcPct val="113000"/>
              </a:lnSpc>
              <a:buNone/>
              <a:defRPr sz="1125" b="1">
                <a:solidFill>
                  <a:srgbClr val="AFD3C8"/>
                </a:solidFill>
                <a:latin typeface="Pretendard"/>
                <a:ea typeface="Pretendard"/>
                <a:cs typeface="Pretendard"/>
              </a:defRPr>
            </a:pPr>
            <a:r>
              <a:rPr sz="1125" b="1">
                <a:solidFill>
                  <a:srgbClr val="AFD3C8"/>
                </a:solidFill>
                <a:latin typeface="Pretendard"/>
                <a:ea typeface="Pretendard"/>
                <a:cs typeface="Pretendard"/>
              </a:rPr>
              <a:t>16:50–17:00 · 공유와 보완</a:t>
            </a:r>
          </a:p>
        </p:txBody>
      </p:sp>
      <p:sp>
        <p:nvSpPr>
          <p:cNvPr id="2" name="">
            <a:extLst xmlns:a="http://schemas.openxmlformats.org/drawingml/2006/main">
              <a:ext uri="{FF2B5EF4-FFF2-40B4-BE49-F238E27FC236}">
                <a16:creationId xmlns:a16="http://schemas.microsoft.com/office/drawing/2014/main" id="{8F1C8F4B-CFB9-4C39-8B34-E93CDBFF5F03}"/>
              </a:ext>
            </a:extLst>
          </p:cNvPr>
          <p:cNvSpPr>
            <a:spLocks xmlns:a="http://schemas.openxmlformats.org/drawingml/2006/main" noGrp="1"/>
          </p:cNvSpPr>
          <p:nvPr/>
        </p:nvSpPr>
        <p:spPr>
          <a:xfrm xmlns:a="http://schemas.openxmlformats.org/drawingml/2006/main">
            <a:off x="723900" y="819150"/>
            <a:ext cx="1074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F4F1E8"/>
                </a:solidFill>
                <a:latin typeface="Pretendard"/>
                <a:ea typeface="Pretendard"/>
                <a:cs typeface="Pretendard"/>
              </a:defRPr>
            </a:defPPr>
            <a:lvl1pPr algn="l">
              <a:defRPr sz="3450" b="1">
                <a:solidFill>
                  <a:srgbClr val="F4F1E8"/>
                </a:solidFill>
                <a:latin typeface="Pretendard"/>
                <a:ea typeface="Pretendard"/>
                <a:cs typeface="Pretendard"/>
              </a:defRPr>
            </a:lvl1pPr>
            <a:lvl2pPr algn="l">
              <a:defRPr sz="3450" b="1">
                <a:solidFill>
                  <a:srgbClr val="F4F1E8"/>
                </a:solidFill>
                <a:latin typeface="Pretendard"/>
                <a:ea typeface="Pretendard"/>
                <a:cs typeface="Pretendard"/>
              </a:defRPr>
            </a:lvl2pPr>
            <a:lvl3pPr algn="l">
              <a:defRPr sz="3450" b="1">
                <a:solidFill>
                  <a:srgbClr val="F4F1E8"/>
                </a:solidFill>
                <a:latin typeface="Pretendard"/>
                <a:ea typeface="Pretendard"/>
                <a:cs typeface="Pretendard"/>
              </a:defRPr>
            </a:lvl3pPr>
            <a:lvl4pPr algn="l">
              <a:defRPr sz="3450" b="1">
                <a:solidFill>
                  <a:srgbClr val="F4F1E8"/>
                </a:solidFill>
                <a:latin typeface="Pretendard"/>
                <a:ea typeface="Pretendard"/>
                <a:cs typeface="Pretendard"/>
              </a:defRPr>
            </a:lvl4pPr>
            <a:lvl5pPr algn="l">
              <a:defRPr sz="3450" b="1">
                <a:solidFill>
                  <a:srgbClr val="F4F1E8"/>
                </a:solidFill>
                <a:latin typeface="Pretendard"/>
                <a:ea typeface="Pretendard"/>
                <a:cs typeface="Pretendard"/>
              </a:defRPr>
            </a:lvl5pPr>
            <a:lvl6pPr algn="l">
              <a:defRPr sz="3450" b="1">
                <a:solidFill>
                  <a:srgbClr val="F4F1E8"/>
                </a:solidFill>
                <a:latin typeface="Pretendard"/>
                <a:ea typeface="Pretendard"/>
                <a:cs typeface="Pretendard"/>
              </a:defRPr>
            </a:lvl6pPr>
            <a:lvl7pPr algn="l">
              <a:defRPr sz="3450" b="1">
                <a:solidFill>
                  <a:srgbClr val="F4F1E8"/>
                </a:solidFill>
                <a:latin typeface="Pretendard"/>
                <a:ea typeface="Pretendard"/>
                <a:cs typeface="Pretendard"/>
              </a:defRPr>
            </a:lvl7pPr>
            <a:lvl8pPr algn="l">
              <a:defRPr sz="3450" b="1">
                <a:solidFill>
                  <a:srgbClr val="F4F1E8"/>
                </a:solidFill>
                <a:latin typeface="Pretendard"/>
                <a:ea typeface="Pretendard"/>
                <a:cs typeface="Pretendard"/>
              </a:defRPr>
            </a:lvl8pPr>
            <a:lvl9pPr algn="l">
              <a:defRPr sz="3450" b="1">
                <a:solidFill>
                  <a:srgbClr val="F4F1E8"/>
                </a:solidFill>
                <a:latin typeface="Pretendard"/>
                <a:ea typeface="Pretendard"/>
                <a:cs typeface="Pretendard"/>
              </a:defRPr>
            </a:lvl9pPr>
          </a:lstStyle>
          <a:p xmlns:a="http://schemas.openxmlformats.org/drawingml/2006/main">
            <a:pPr algn="l">
              <a:lnSpc>
                <a:spcPct val="113000"/>
              </a:lnSpc>
              <a:buNone/>
              <a:defRPr sz="3450" b="1">
                <a:solidFill>
                  <a:srgbClr val="F4F1E8"/>
                </a:solidFill>
                <a:latin typeface="Pretendard"/>
                <a:ea typeface="Pretendard"/>
                <a:cs typeface="Pretendard"/>
              </a:defRPr>
            </a:pPr>
            <a:r>
              <a:rPr sz="3450" b="1">
                <a:solidFill>
                  <a:srgbClr val="F4F1E8"/>
                </a:solidFill>
                <a:latin typeface="Pretendard"/>
                <a:ea typeface="Pretendard"/>
                <a:cs typeface="Pretendard"/>
              </a:rPr>
              <a:t>기획안과 설계안 정리</a:t>
            </a:r>
          </a:p>
        </p:txBody>
      </p:sp>
      <p:sp>
        <p:nvSpPr>
          <p:cNvPr id="3" name="">
            <a:extLst xmlns:a="http://schemas.openxmlformats.org/drawingml/2006/main">
              <a:ext uri="{FF2B5EF4-FFF2-40B4-BE49-F238E27FC236}">
                <a16:creationId xmlns:a16="http://schemas.microsoft.com/office/drawing/2014/main" id="{2B409D73-7E71-44B3-B3C0-10051068EB15}"/>
              </a:ext>
            </a:extLst>
          </p:cNvPr>
          <p:cNvSpPr>
            <a:spLocks xmlns:a="http://schemas.openxmlformats.org/drawingml/2006/main" noGrp="1"/>
          </p:cNvSpPr>
          <p:nvPr/>
        </p:nvSpPr>
        <p:spPr>
          <a:xfrm xmlns:a="http://schemas.openxmlformats.org/drawingml/2006/main">
            <a:off x="723900" y="6457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B7C8BF"/>
                </a:solidFill>
                <a:latin typeface="Pretendard"/>
                <a:ea typeface="Pretendard"/>
                <a:cs typeface="Pretendard"/>
              </a:defRPr>
            </a:defPPr>
            <a:lvl1pPr algn="l">
              <a:defRPr sz="1050" b="0">
                <a:solidFill>
                  <a:srgbClr val="B7C8BF"/>
                </a:solidFill>
                <a:latin typeface="Pretendard"/>
                <a:ea typeface="Pretendard"/>
                <a:cs typeface="Pretendard"/>
              </a:defRPr>
            </a:lvl1pPr>
            <a:lvl2pPr algn="l">
              <a:defRPr sz="1050" b="0">
                <a:solidFill>
                  <a:srgbClr val="B7C8BF"/>
                </a:solidFill>
                <a:latin typeface="Pretendard"/>
                <a:ea typeface="Pretendard"/>
                <a:cs typeface="Pretendard"/>
              </a:defRPr>
            </a:lvl2pPr>
            <a:lvl3pPr algn="l">
              <a:defRPr sz="1050" b="0">
                <a:solidFill>
                  <a:srgbClr val="B7C8BF"/>
                </a:solidFill>
                <a:latin typeface="Pretendard"/>
                <a:ea typeface="Pretendard"/>
                <a:cs typeface="Pretendard"/>
              </a:defRPr>
            </a:lvl3pPr>
            <a:lvl4pPr algn="l">
              <a:defRPr sz="1050" b="0">
                <a:solidFill>
                  <a:srgbClr val="B7C8BF"/>
                </a:solidFill>
                <a:latin typeface="Pretendard"/>
                <a:ea typeface="Pretendard"/>
                <a:cs typeface="Pretendard"/>
              </a:defRPr>
            </a:lvl4pPr>
            <a:lvl5pPr algn="l">
              <a:defRPr sz="1050" b="0">
                <a:solidFill>
                  <a:srgbClr val="B7C8BF"/>
                </a:solidFill>
                <a:latin typeface="Pretendard"/>
                <a:ea typeface="Pretendard"/>
                <a:cs typeface="Pretendard"/>
              </a:defRPr>
            </a:lvl5pPr>
            <a:lvl6pPr algn="l">
              <a:defRPr sz="1050" b="0">
                <a:solidFill>
                  <a:srgbClr val="B7C8BF"/>
                </a:solidFill>
                <a:latin typeface="Pretendard"/>
                <a:ea typeface="Pretendard"/>
                <a:cs typeface="Pretendard"/>
              </a:defRPr>
            </a:lvl6pPr>
            <a:lvl7pPr algn="l">
              <a:defRPr sz="1050" b="0">
                <a:solidFill>
                  <a:srgbClr val="B7C8BF"/>
                </a:solidFill>
                <a:latin typeface="Pretendard"/>
                <a:ea typeface="Pretendard"/>
                <a:cs typeface="Pretendard"/>
              </a:defRPr>
            </a:lvl7pPr>
            <a:lvl8pPr algn="l">
              <a:defRPr sz="1050" b="0">
                <a:solidFill>
                  <a:srgbClr val="B7C8BF"/>
                </a:solidFill>
                <a:latin typeface="Pretendard"/>
                <a:ea typeface="Pretendard"/>
                <a:cs typeface="Pretendard"/>
              </a:defRPr>
            </a:lvl8pPr>
            <a:lvl9pPr algn="l">
              <a:defRPr sz="1050" b="0">
                <a:solidFill>
                  <a:srgbClr val="B7C8BF"/>
                </a:solidFill>
                <a:latin typeface="Pretendard"/>
                <a:ea typeface="Pretendard"/>
                <a:cs typeface="Pretendard"/>
              </a:defRPr>
            </a:lvl9pPr>
          </a:lstStyle>
          <a:p xmlns:a="http://schemas.openxmlformats.org/drawingml/2006/main">
            <a:pPr algn="l">
              <a:lnSpc>
                <a:spcPct val="113000"/>
              </a:lnSpc>
              <a:buNone/>
              <a:defRPr sz="1050" b="0">
                <a:solidFill>
                  <a:srgbClr val="B7C8BF"/>
                </a:solidFill>
                <a:latin typeface="Pretendard"/>
                <a:ea typeface="Pretendard"/>
                <a:cs typeface="Pretendard"/>
              </a:defRPr>
            </a:pPr>
            <a:r>
              <a:rPr sz="1050" b="0">
                <a:solidFill>
                  <a:srgbClr val="B7C8BF"/>
                </a:solidFill>
                <a:latin typeface="Pretendard"/>
                <a:ea typeface="Pretendard"/>
                <a:cs typeface="Pretendard"/>
              </a:rPr>
              <a:t>twisdom · 울릉고 리빙랩 4차시</a:t>
            </a:r>
          </a:p>
        </p:txBody>
      </p:sp>
      <p:sp>
        <p:nvSpPr>
          <p:cNvPr id="4" name="">
            <a:extLst xmlns:a="http://schemas.openxmlformats.org/drawingml/2006/main">
              <a:ext uri="{FF2B5EF4-FFF2-40B4-BE49-F238E27FC236}">
                <a16:creationId xmlns:a16="http://schemas.microsoft.com/office/drawing/2014/main" id="{4C8940A6-B83D-4C6C-B9D8-A348B8FB91B6}"/>
              </a:ext>
            </a:extLst>
          </p:cNvPr>
          <p:cNvSpPr>
            <a:spLocks xmlns:a="http://schemas.openxmlformats.org/drawingml/2006/main" noGrp="1"/>
          </p:cNvSpPr>
          <p:nvPr/>
        </p:nvSpPr>
        <p:spPr>
          <a:xfrm xmlns:a="http://schemas.openxmlformats.org/drawingml/2006/main">
            <a:off x="10858500" y="6438900"/>
            <a:ext cx="60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B7C8BF"/>
                </a:solidFill>
                <a:latin typeface="Pretendard"/>
                <a:ea typeface="Pretendard"/>
                <a:cs typeface="Pretendard"/>
              </a:defRPr>
            </a:defPPr>
            <a:lvl1pPr algn="r">
              <a:defRPr sz="1125" b="0">
                <a:solidFill>
                  <a:srgbClr val="B7C8BF"/>
                </a:solidFill>
                <a:latin typeface="Pretendard"/>
                <a:ea typeface="Pretendard"/>
                <a:cs typeface="Pretendard"/>
              </a:defRPr>
            </a:lvl1pPr>
            <a:lvl2pPr algn="r">
              <a:defRPr sz="1125" b="0">
                <a:solidFill>
                  <a:srgbClr val="B7C8BF"/>
                </a:solidFill>
                <a:latin typeface="Pretendard"/>
                <a:ea typeface="Pretendard"/>
                <a:cs typeface="Pretendard"/>
              </a:defRPr>
            </a:lvl2pPr>
            <a:lvl3pPr algn="r">
              <a:defRPr sz="1125" b="0">
                <a:solidFill>
                  <a:srgbClr val="B7C8BF"/>
                </a:solidFill>
                <a:latin typeface="Pretendard"/>
                <a:ea typeface="Pretendard"/>
                <a:cs typeface="Pretendard"/>
              </a:defRPr>
            </a:lvl3pPr>
            <a:lvl4pPr algn="r">
              <a:defRPr sz="1125" b="0">
                <a:solidFill>
                  <a:srgbClr val="B7C8BF"/>
                </a:solidFill>
                <a:latin typeface="Pretendard"/>
                <a:ea typeface="Pretendard"/>
                <a:cs typeface="Pretendard"/>
              </a:defRPr>
            </a:lvl4pPr>
            <a:lvl5pPr algn="r">
              <a:defRPr sz="1125" b="0">
                <a:solidFill>
                  <a:srgbClr val="B7C8BF"/>
                </a:solidFill>
                <a:latin typeface="Pretendard"/>
                <a:ea typeface="Pretendard"/>
                <a:cs typeface="Pretendard"/>
              </a:defRPr>
            </a:lvl5pPr>
            <a:lvl6pPr algn="r">
              <a:defRPr sz="1125" b="0">
                <a:solidFill>
                  <a:srgbClr val="B7C8BF"/>
                </a:solidFill>
                <a:latin typeface="Pretendard"/>
                <a:ea typeface="Pretendard"/>
                <a:cs typeface="Pretendard"/>
              </a:defRPr>
            </a:lvl6pPr>
            <a:lvl7pPr algn="r">
              <a:defRPr sz="1125" b="0">
                <a:solidFill>
                  <a:srgbClr val="B7C8BF"/>
                </a:solidFill>
                <a:latin typeface="Pretendard"/>
                <a:ea typeface="Pretendard"/>
                <a:cs typeface="Pretendard"/>
              </a:defRPr>
            </a:lvl7pPr>
            <a:lvl8pPr algn="r">
              <a:defRPr sz="1125" b="0">
                <a:solidFill>
                  <a:srgbClr val="B7C8BF"/>
                </a:solidFill>
                <a:latin typeface="Pretendard"/>
                <a:ea typeface="Pretendard"/>
                <a:cs typeface="Pretendard"/>
              </a:defRPr>
            </a:lvl8pPr>
            <a:lvl9pPr algn="r">
              <a:defRPr sz="1125" b="0">
                <a:solidFill>
                  <a:srgbClr val="B7C8BF"/>
                </a:solidFill>
                <a:latin typeface="Pretendard"/>
                <a:ea typeface="Pretendard"/>
                <a:cs typeface="Pretendard"/>
              </a:defRPr>
            </a:lvl9pPr>
          </a:lstStyle>
          <a:p xmlns:a="http://schemas.openxmlformats.org/drawingml/2006/main">
            <a:pPr algn="r">
              <a:lnSpc>
                <a:spcPct val="113000"/>
              </a:lnSpc>
              <a:buNone/>
              <a:defRPr sz="1125" b="0">
                <a:solidFill>
                  <a:srgbClr val="B7C8BF"/>
                </a:solidFill>
                <a:latin typeface="Pretendard"/>
                <a:ea typeface="Pretendard"/>
                <a:cs typeface="Pretendard"/>
              </a:defRPr>
            </a:pPr>
            <a:r>
              <a:rPr sz="1125" b="0">
                <a:solidFill>
                  <a:srgbClr val="B7C8BF"/>
                </a:solidFill>
                <a:latin typeface="Pretendard"/>
                <a:ea typeface="Pretendard"/>
                <a:cs typeface="Pretendard"/>
              </a:rPr>
              <a:t>24</a:t>
            </a:r>
          </a:p>
        </p:txBody>
      </p:sp>
      <p:sp>
        <p:nvSpPr>
          <p:cNvPr id="5" name="">
            <a:extLst xmlns:a="http://schemas.openxmlformats.org/drawingml/2006/main">
              <a:ext uri="{FF2B5EF4-FFF2-40B4-BE49-F238E27FC236}">
                <a16:creationId xmlns:a16="http://schemas.microsoft.com/office/drawing/2014/main" id="{56C7C370-3ACF-4703-A2E3-1ACDFCA5CAA8}"/>
              </a:ext>
            </a:extLst>
          </p:cNvPr>
          <p:cNvSpPr>
            <a:spLocks xmlns:a="http://schemas.openxmlformats.org/drawingml/2006/main" noGrp="1"/>
          </p:cNvSpPr>
          <p:nvPr/>
        </p:nvSpPr>
        <p:spPr>
          <a:xfrm xmlns:a="http://schemas.openxmlformats.org/drawingml/2006/main">
            <a:off x="762000" y="22098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B7D1C6"/>
                </a:solidFill>
                <a:latin typeface="Pretendard"/>
                <a:ea typeface="Pretendard"/>
                <a:cs typeface="Pretendard"/>
              </a:defRPr>
            </a:defPPr>
            <a:lvl1pPr algn="l">
              <a:defRPr sz="2625" b="1">
                <a:solidFill>
                  <a:srgbClr val="B7D1C6"/>
                </a:solidFill>
                <a:latin typeface="Pretendard"/>
                <a:ea typeface="Pretendard"/>
                <a:cs typeface="Pretendard"/>
              </a:defRPr>
            </a:lvl1pPr>
            <a:lvl2pPr algn="l">
              <a:defRPr sz="2625" b="1">
                <a:solidFill>
                  <a:srgbClr val="B7D1C6"/>
                </a:solidFill>
                <a:latin typeface="Pretendard"/>
                <a:ea typeface="Pretendard"/>
                <a:cs typeface="Pretendard"/>
              </a:defRPr>
            </a:lvl2pPr>
            <a:lvl3pPr algn="l">
              <a:defRPr sz="2625" b="1">
                <a:solidFill>
                  <a:srgbClr val="B7D1C6"/>
                </a:solidFill>
                <a:latin typeface="Pretendard"/>
                <a:ea typeface="Pretendard"/>
                <a:cs typeface="Pretendard"/>
              </a:defRPr>
            </a:lvl3pPr>
            <a:lvl4pPr algn="l">
              <a:defRPr sz="2625" b="1">
                <a:solidFill>
                  <a:srgbClr val="B7D1C6"/>
                </a:solidFill>
                <a:latin typeface="Pretendard"/>
                <a:ea typeface="Pretendard"/>
                <a:cs typeface="Pretendard"/>
              </a:defRPr>
            </a:lvl4pPr>
            <a:lvl5pPr algn="l">
              <a:defRPr sz="2625" b="1">
                <a:solidFill>
                  <a:srgbClr val="B7D1C6"/>
                </a:solidFill>
                <a:latin typeface="Pretendard"/>
                <a:ea typeface="Pretendard"/>
                <a:cs typeface="Pretendard"/>
              </a:defRPr>
            </a:lvl5pPr>
            <a:lvl6pPr algn="l">
              <a:defRPr sz="2625" b="1">
                <a:solidFill>
                  <a:srgbClr val="B7D1C6"/>
                </a:solidFill>
                <a:latin typeface="Pretendard"/>
                <a:ea typeface="Pretendard"/>
                <a:cs typeface="Pretendard"/>
              </a:defRPr>
            </a:lvl6pPr>
            <a:lvl7pPr algn="l">
              <a:defRPr sz="2625" b="1">
                <a:solidFill>
                  <a:srgbClr val="B7D1C6"/>
                </a:solidFill>
                <a:latin typeface="Pretendard"/>
                <a:ea typeface="Pretendard"/>
                <a:cs typeface="Pretendard"/>
              </a:defRPr>
            </a:lvl7pPr>
            <a:lvl8pPr algn="l">
              <a:defRPr sz="2625" b="1">
                <a:solidFill>
                  <a:srgbClr val="B7D1C6"/>
                </a:solidFill>
                <a:latin typeface="Pretendard"/>
                <a:ea typeface="Pretendard"/>
                <a:cs typeface="Pretendard"/>
              </a:defRPr>
            </a:lvl8pPr>
            <a:lvl9pPr algn="l">
              <a:defRPr sz="2625" b="1">
                <a:solidFill>
                  <a:srgbClr val="B7D1C6"/>
                </a:solidFill>
                <a:latin typeface="Pretendard"/>
                <a:ea typeface="Pretendard"/>
                <a:cs typeface="Pretendard"/>
              </a:defRPr>
            </a:lvl9pPr>
          </a:lstStyle>
          <a:p xmlns:a="http://schemas.openxmlformats.org/drawingml/2006/main">
            <a:pPr algn="l">
              <a:lnSpc>
                <a:spcPct val="113000"/>
              </a:lnSpc>
              <a:buNone/>
              <a:defRPr sz="2625" b="1">
                <a:solidFill>
                  <a:srgbClr val="B7D1C6"/>
                </a:solidFill>
                <a:latin typeface="Pretendard"/>
                <a:ea typeface="Pretendard"/>
                <a:cs typeface="Pretendard"/>
              </a:defRPr>
            </a:pPr>
            <a:r>
              <a:rPr sz="2625" b="1">
                <a:solidFill>
                  <a:srgbClr val="B7D1C6"/>
                </a:solidFill>
                <a:latin typeface="Pretendard"/>
                <a:ea typeface="Pretendard"/>
                <a:cs typeface="Pretendard"/>
              </a:rPr>
              <a:t>기획안</a:t>
            </a:r>
          </a:p>
        </p:txBody>
      </p:sp>
      <p:sp>
        <p:nvSpPr>
          <p:cNvPr id="6" name="">
            <a:extLst xmlns:a="http://schemas.openxmlformats.org/drawingml/2006/main">
              <a:ext uri="{FF2B5EF4-FFF2-40B4-BE49-F238E27FC236}">
                <a16:creationId xmlns:a16="http://schemas.microsoft.com/office/drawing/2014/main" id="{8D4C4AFA-7B60-4B49-B73B-3BCB55721C64}"/>
              </a:ext>
            </a:extLst>
          </p:cNvPr>
          <p:cNvSpPr>
            <a:spLocks xmlns:a="http://schemas.openxmlformats.org/drawingml/2006/main" noGrp="1"/>
          </p:cNvSpPr>
          <p:nvPr/>
        </p:nvSpPr>
        <p:spPr>
          <a:xfrm xmlns:a="http://schemas.openxmlformats.org/drawingml/2006/main">
            <a:off x="2952750" y="2209800"/>
            <a:ext cx="8524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4F1E8"/>
                </a:solidFill>
                <a:latin typeface="Pretendard"/>
                <a:ea typeface="Pretendard"/>
                <a:cs typeface="Pretendard"/>
              </a:defRPr>
            </a:defPPr>
            <a:lvl1pPr algn="l">
              <a:defRPr sz="2175" b="0">
                <a:solidFill>
                  <a:srgbClr val="F4F1E8"/>
                </a:solidFill>
                <a:latin typeface="Pretendard"/>
                <a:ea typeface="Pretendard"/>
                <a:cs typeface="Pretendard"/>
              </a:defRPr>
            </a:lvl1pPr>
            <a:lvl2pPr algn="l">
              <a:defRPr sz="2175" b="0">
                <a:solidFill>
                  <a:srgbClr val="F4F1E8"/>
                </a:solidFill>
                <a:latin typeface="Pretendard"/>
                <a:ea typeface="Pretendard"/>
                <a:cs typeface="Pretendard"/>
              </a:defRPr>
            </a:lvl2pPr>
            <a:lvl3pPr algn="l">
              <a:defRPr sz="2175" b="0">
                <a:solidFill>
                  <a:srgbClr val="F4F1E8"/>
                </a:solidFill>
                <a:latin typeface="Pretendard"/>
                <a:ea typeface="Pretendard"/>
                <a:cs typeface="Pretendard"/>
              </a:defRPr>
            </a:lvl3pPr>
            <a:lvl4pPr algn="l">
              <a:defRPr sz="2175" b="0">
                <a:solidFill>
                  <a:srgbClr val="F4F1E8"/>
                </a:solidFill>
                <a:latin typeface="Pretendard"/>
                <a:ea typeface="Pretendard"/>
                <a:cs typeface="Pretendard"/>
              </a:defRPr>
            </a:lvl4pPr>
            <a:lvl5pPr algn="l">
              <a:defRPr sz="2175" b="0">
                <a:solidFill>
                  <a:srgbClr val="F4F1E8"/>
                </a:solidFill>
                <a:latin typeface="Pretendard"/>
                <a:ea typeface="Pretendard"/>
                <a:cs typeface="Pretendard"/>
              </a:defRPr>
            </a:lvl5pPr>
            <a:lvl6pPr algn="l">
              <a:defRPr sz="2175" b="0">
                <a:solidFill>
                  <a:srgbClr val="F4F1E8"/>
                </a:solidFill>
                <a:latin typeface="Pretendard"/>
                <a:ea typeface="Pretendard"/>
                <a:cs typeface="Pretendard"/>
              </a:defRPr>
            </a:lvl6pPr>
            <a:lvl7pPr algn="l">
              <a:defRPr sz="2175" b="0">
                <a:solidFill>
                  <a:srgbClr val="F4F1E8"/>
                </a:solidFill>
                <a:latin typeface="Pretendard"/>
                <a:ea typeface="Pretendard"/>
                <a:cs typeface="Pretendard"/>
              </a:defRPr>
            </a:lvl7pPr>
            <a:lvl8pPr algn="l">
              <a:defRPr sz="2175" b="0">
                <a:solidFill>
                  <a:srgbClr val="F4F1E8"/>
                </a:solidFill>
                <a:latin typeface="Pretendard"/>
                <a:ea typeface="Pretendard"/>
                <a:cs typeface="Pretendard"/>
              </a:defRPr>
            </a:lvl8pPr>
            <a:lvl9pPr algn="l">
              <a:defRPr sz="2175" b="0">
                <a:solidFill>
                  <a:srgbClr val="F4F1E8"/>
                </a:solidFill>
                <a:latin typeface="Pretendard"/>
                <a:ea typeface="Pretendard"/>
                <a:cs typeface="Pretendard"/>
              </a:defRPr>
            </a:lvl9pPr>
          </a:lstStyle>
          <a:p xmlns:a="http://schemas.openxmlformats.org/drawingml/2006/main">
            <a:pPr algn="l">
              <a:lnSpc>
                <a:spcPct val="113000"/>
              </a:lnSpc>
              <a:buNone/>
              <a:defRPr sz="2175" b="0">
                <a:solidFill>
                  <a:srgbClr val="F4F1E8"/>
                </a:solidFill>
                <a:latin typeface="Pretendard"/>
                <a:ea typeface="Pretendard"/>
                <a:cs typeface="Pretendard"/>
              </a:defRPr>
            </a:pPr>
            <a:r>
              <a:rPr sz="2175" b="0">
                <a:solidFill>
                  <a:srgbClr val="F4F1E8"/>
                </a:solidFill>
                <a:latin typeface="Pretendard"/>
                <a:ea typeface="Pretendard"/>
                <a:cs typeface="Pretendard"/>
              </a:rPr>
              <a:t>대상 · 역사·관광 소재와 출처 · 줄 경험 · 활동 형태</a:t>
            </a:r>
          </a:p>
        </p:txBody>
      </p:sp>
      <p:sp>
        <p:nvSpPr>
          <p:cNvPr id="7" name="">
            <a:extLst xmlns:a="http://schemas.openxmlformats.org/drawingml/2006/main">
              <a:ext uri="{FF2B5EF4-FFF2-40B4-BE49-F238E27FC236}">
                <a16:creationId xmlns:a16="http://schemas.microsoft.com/office/drawing/2014/main" id="{CBD664C5-DB28-4F20-8CA8-9248EA0CBB00}"/>
              </a:ext>
            </a:extLst>
          </p:cNvPr>
          <p:cNvSpPr>
            <a:spLocks xmlns:a="http://schemas.openxmlformats.org/drawingml/2006/main" noGrp="1"/>
          </p:cNvSpPr>
          <p:nvPr/>
        </p:nvSpPr>
        <p:spPr>
          <a:xfrm xmlns:a="http://schemas.openxmlformats.org/drawingml/2006/main">
            <a:off x="762000" y="3286125"/>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B7D1C6"/>
                </a:solidFill>
                <a:latin typeface="Pretendard"/>
                <a:ea typeface="Pretendard"/>
                <a:cs typeface="Pretendard"/>
              </a:defRPr>
            </a:defPPr>
            <a:lvl1pPr algn="l">
              <a:defRPr sz="2625" b="1">
                <a:solidFill>
                  <a:srgbClr val="B7D1C6"/>
                </a:solidFill>
                <a:latin typeface="Pretendard"/>
                <a:ea typeface="Pretendard"/>
                <a:cs typeface="Pretendard"/>
              </a:defRPr>
            </a:lvl1pPr>
            <a:lvl2pPr algn="l">
              <a:defRPr sz="2625" b="1">
                <a:solidFill>
                  <a:srgbClr val="B7D1C6"/>
                </a:solidFill>
                <a:latin typeface="Pretendard"/>
                <a:ea typeface="Pretendard"/>
                <a:cs typeface="Pretendard"/>
              </a:defRPr>
            </a:lvl2pPr>
            <a:lvl3pPr algn="l">
              <a:defRPr sz="2625" b="1">
                <a:solidFill>
                  <a:srgbClr val="B7D1C6"/>
                </a:solidFill>
                <a:latin typeface="Pretendard"/>
                <a:ea typeface="Pretendard"/>
                <a:cs typeface="Pretendard"/>
              </a:defRPr>
            </a:lvl3pPr>
            <a:lvl4pPr algn="l">
              <a:defRPr sz="2625" b="1">
                <a:solidFill>
                  <a:srgbClr val="B7D1C6"/>
                </a:solidFill>
                <a:latin typeface="Pretendard"/>
                <a:ea typeface="Pretendard"/>
                <a:cs typeface="Pretendard"/>
              </a:defRPr>
            </a:lvl4pPr>
            <a:lvl5pPr algn="l">
              <a:defRPr sz="2625" b="1">
                <a:solidFill>
                  <a:srgbClr val="B7D1C6"/>
                </a:solidFill>
                <a:latin typeface="Pretendard"/>
                <a:ea typeface="Pretendard"/>
                <a:cs typeface="Pretendard"/>
              </a:defRPr>
            </a:lvl5pPr>
            <a:lvl6pPr algn="l">
              <a:defRPr sz="2625" b="1">
                <a:solidFill>
                  <a:srgbClr val="B7D1C6"/>
                </a:solidFill>
                <a:latin typeface="Pretendard"/>
                <a:ea typeface="Pretendard"/>
                <a:cs typeface="Pretendard"/>
              </a:defRPr>
            </a:lvl6pPr>
            <a:lvl7pPr algn="l">
              <a:defRPr sz="2625" b="1">
                <a:solidFill>
                  <a:srgbClr val="B7D1C6"/>
                </a:solidFill>
                <a:latin typeface="Pretendard"/>
                <a:ea typeface="Pretendard"/>
                <a:cs typeface="Pretendard"/>
              </a:defRPr>
            </a:lvl7pPr>
            <a:lvl8pPr algn="l">
              <a:defRPr sz="2625" b="1">
                <a:solidFill>
                  <a:srgbClr val="B7D1C6"/>
                </a:solidFill>
                <a:latin typeface="Pretendard"/>
                <a:ea typeface="Pretendard"/>
                <a:cs typeface="Pretendard"/>
              </a:defRPr>
            </a:lvl8pPr>
            <a:lvl9pPr algn="l">
              <a:defRPr sz="2625" b="1">
                <a:solidFill>
                  <a:srgbClr val="B7D1C6"/>
                </a:solidFill>
                <a:latin typeface="Pretendard"/>
                <a:ea typeface="Pretendard"/>
                <a:cs typeface="Pretendard"/>
              </a:defRPr>
            </a:lvl9pPr>
          </a:lstStyle>
          <a:p xmlns:a="http://schemas.openxmlformats.org/drawingml/2006/main">
            <a:pPr algn="l">
              <a:lnSpc>
                <a:spcPct val="113000"/>
              </a:lnSpc>
              <a:buNone/>
              <a:defRPr sz="2625" b="1">
                <a:solidFill>
                  <a:srgbClr val="B7D1C6"/>
                </a:solidFill>
                <a:latin typeface="Pretendard"/>
                <a:ea typeface="Pretendard"/>
                <a:cs typeface="Pretendard"/>
              </a:defRPr>
            </a:pPr>
            <a:r>
              <a:rPr sz="2625" b="1">
                <a:solidFill>
                  <a:srgbClr val="B7D1C6"/>
                </a:solidFill>
                <a:latin typeface="Pretendard"/>
                <a:ea typeface="Pretendard"/>
                <a:cs typeface="Pretendard"/>
              </a:rPr>
              <a:t>설계안</a:t>
            </a:r>
          </a:p>
        </p:txBody>
      </p:sp>
      <p:sp>
        <p:nvSpPr>
          <p:cNvPr id="8" name="">
            <a:extLst xmlns:a="http://schemas.openxmlformats.org/drawingml/2006/main">
              <a:ext uri="{FF2B5EF4-FFF2-40B4-BE49-F238E27FC236}">
                <a16:creationId xmlns:a16="http://schemas.microsoft.com/office/drawing/2014/main" id="{D9DE1B21-9474-48B8-B08E-2D2F866A7E3D}"/>
              </a:ext>
            </a:extLst>
          </p:cNvPr>
          <p:cNvSpPr>
            <a:spLocks xmlns:a="http://schemas.openxmlformats.org/drawingml/2006/main" noGrp="1"/>
          </p:cNvSpPr>
          <p:nvPr/>
        </p:nvSpPr>
        <p:spPr>
          <a:xfrm xmlns:a="http://schemas.openxmlformats.org/drawingml/2006/main">
            <a:off x="2952750" y="3286125"/>
            <a:ext cx="8524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4F1E8"/>
                </a:solidFill>
                <a:latin typeface="Pretendard"/>
                <a:ea typeface="Pretendard"/>
                <a:cs typeface="Pretendard"/>
              </a:defRPr>
            </a:defPPr>
            <a:lvl1pPr algn="l">
              <a:defRPr sz="2175" b="0">
                <a:solidFill>
                  <a:srgbClr val="F4F1E8"/>
                </a:solidFill>
                <a:latin typeface="Pretendard"/>
                <a:ea typeface="Pretendard"/>
                <a:cs typeface="Pretendard"/>
              </a:defRPr>
            </a:lvl1pPr>
            <a:lvl2pPr algn="l">
              <a:defRPr sz="2175" b="0">
                <a:solidFill>
                  <a:srgbClr val="F4F1E8"/>
                </a:solidFill>
                <a:latin typeface="Pretendard"/>
                <a:ea typeface="Pretendard"/>
                <a:cs typeface="Pretendard"/>
              </a:defRPr>
            </a:lvl2pPr>
            <a:lvl3pPr algn="l">
              <a:defRPr sz="2175" b="0">
                <a:solidFill>
                  <a:srgbClr val="F4F1E8"/>
                </a:solidFill>
                <a:latin typeface="Pretendard"/>
                <a:ea typeface="Pretendard"/>
                <a:cs typeface="Pretendard"/>
              </a:defRPr>
            </a:lvl3pPr>
            <a:lvl4pPr algn="l">
              <a:defRPr sz="2175" b="0">
                <a:solidFill>
                  <a:srgbClr val="F4F1E8"/>
                </a:solidFill>
                <a:latin typeface="Pretendard"/>
                <a:ea typeface="Pretendard"/>
                <a:cs typeface="Pretendard"/>
              </a:defRPr>
            </a:lvl4pPr>
            <a:lvl5pPr algn="l">
              <a:defRPr sz="2175" b="0">
                <a:solidFill>
                  <a:srgbClr val="F4F1E8"/>
                </a:solidFill>
                <a:latin typeface="Pretendard"/>
                <a:ea typeface="Pretendard"/>
                <a:cs typeface="Pretendard"/>
              </a:defRPr>
            </a:lvl5pPr>
            <a:lvl6pPr algn="l">
              <a:defRPr sz="2175" b="0">
                <a:solidFill>
                  <a:srgbClr val="F4F1E8"/>
                </a:solidFill>
                <a:latin typeface="Pretendard"/>
                <a:ea typeface="Pretendard"/>
                <a:cs typeface="Pretendard"/>
              </a:defRPr>
            </a:lvl6pPr>
            <a:lvl7pPr algn="l">
              <a:defRPr sz="2175" b="0">
                <a:solidFill>
                  <a:srgbClr val="F4F1E8"/>
                </a:solidFill>
                <a:latin typeface="Pretendard"/>
                <a:ea typeface="Pretendard"/>
                <a:cs typeface="Pretendard"/>
              </a:defRPr>
            </a:lvl7pPr>
            <a:lvl8pPr algn="l">
              <a:defRPr sz="2175" b="0">
                <a:solidFill>
                  <a:srgbClr val="F4F1E8"/>
                </a:solidFill>
                <a:latin typeface="Pretendard"/>
                <a:ea typeface="Pretendard"/>
                <a:cs typeface="Pretendard"/>
              </a:defRPr>
            </a:lvl8pPr>
            <a:lvl9pPr algn="l">
              <a:defRPr sz="2175" b="0">
                <a:solidFill>
                  <a:srgbClr val="F4F1E8"/>
                </a:solidFill>
                <a:latin typeface="Pretendard"/>
                <a:ea typeface="Pretendard"/>
                <a:cs typeface="Pretendard"/>
              </a:defRPr>
            </a:lvl9pPr>
          </a:lstStyle>
          <a:p xmlns:a="http://schemas.openxmlformats.org/drawingml/2006/main">
            <a:pPr algn="l">
              <a:lnSpc>
                <a:spcPct val="113000"/>
              </a:lnSpc>
              <a:buNone/>
              <a:defRPr sz="2175" b="0">
                <a:solidFill>
                  <a:srgbClr val="F4F1E8"/>
                </a:solidFill>
                <a:latin typeface="Pretendard"/>
                <a:ea typeface="Pretendard"/>
                <a:cs typeface="Pretendard"/>
              </a:defRPr>
            </a:pPr>
            <a:r>
              <a:rPr sz="2175" b="0">
                <a:solidFill>
                  <a:srgbClr val="F4F1E8"/>
                </a:solidFill>
                <a:latin typeface="Pretendard"/>
                <a:ea typeface="Pretendard"/>
                <a:cs typeface="Pretendard"/>
              </a:rPr>
              <a:t>구성품 · 진행과 완료 조건 · 한 장면 · 첫 시험</a:t>
            </a:r>
          </a:p>
        </p:txBody>
      </p:sp>
      <p:sp>
        <p:nvSpPr>
          <p:cNvPr id="9" name="">
            <a:extLst xmlns:a="http://schemas.openxmlformats.org/drawingml/2006/main">
              <a:ext uri="{FF2B5EF4-FFF2-40B4-BE49-F238E27FC236}">
                <a16:creationId xmlns:a16="http://schemas.microsoft.com/office/drawing/2014/main" id="{D2889970-2A80-445E-8890-F0C873EAF32F}"/>
              </a:ext>
            </a:extLst>
          </p:cNvPr>
          <p:cNvSpPr>
            <a:spLocks xmlns:a="http://schemas.openxmlformats.org/drawingml/2006/main" noGrp="1"/>
          </p:cNvSpPr>
          <p:nvPr/>
        </p:nvSpPr>
        <p:spPr>
          <a:xfrm xmlns:a="http://schemas.openxmlformats.org/drawingml/2006/main">
            <a:off x="762000" y="4562475"/>
            <a:ext cx="10668000" cy="13335"/>
          </a:xfrm>
          <a:prstGeom xmlns:a="http://schemas.openxmlformats.org/drawingml/2006/main" prst="rect">
            <a:avLst/>
          </a:prstGeom>
          <a:solidFill xmlns:a="http://schemas.openxmlformats.org/drawingml/2006/main">
            <a:srgbClr val="53706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78DCED-F028-4CD8-A643-9DEE35AD61C2}"/>
              </a:ext>
            </a:extLst>
          </p:cNvPr>
          <p:cNvSpPr>
            <a:spLocks xmlns:a="http://schemas.openxmlformats.org/drawingml/2006/main" noGrp="1"/>
          </p:cNvSpPr>
          <p:nvPr/>
        </p:nvSpPr>
        <p:spPr>
          <a:xfrm xmlns:a="http://schemas.openxmlformats.org/drawingml/2006/main">
            <a:off x="762000" y="48958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4F1E8"/>
                </a:solidFill>
                <a:latin typeface="Pretendard"/>
                <a:ea typeface="Pretendard"/>
                <a:cs typeface="Pretendard"/>
              </a:defRPr>
            </a:defPPr>
            <a:lvl1pPr algn="l">
              <a:defRPr sz="2100" b="1">
                <a:solidFill>
                  <a:srgbClr val="F4F1E8"/>
                </a:solidFill>
                <a:latin typeface="Pretendard"/>
                <a:ea typeface="Pretendard"/>
                <a:cs typeface="Pretendard"/>
              </a:defRPr>
            </a:lvl1pPr>
            <a:lvl2pPr algn="l">
              <a:defRPr sz="2100" b="1">
                <a:solidFill>
                  <a:srgbClr val="F4F1E8"/>
                </a:solidFill>
                <a:latin typeface="Pretendard"/>
                <a:ea typeface="Pretendard"/>
                <a:cs typeface="Pretendard"/>
              </a:defRPr>
            </a:lvl2pPr>
            <a:lvl3pPr algn="l">
              <a:defRPr sz="2100" b="1">
                <a:solidFill>
                  <a:srgbClr val="F4F1E8"/>
                </a:solidFill>
                <a:latin typeface="Pretendard"/>
                <a:ea typeface="Pretendard"/>
                <a:cs typeface="Pretendard"/>
              </a:defRPr>
            </a:lvl3pPr>
            <a:lvl4pPr algn="l">
              <a:defRPr sz="2100" b="1">
                <a:solidFill>
                  <a:srgbClr val="F4F1E8"/>
                </a:solidFill>
                <a:latin typeface="Pretendard"/>
                <a:ea typeface="Pretendard"/>
                <a:cs typeface="Pretendard"/>
              </a:defRPr>
            </a:lvl4pPr>
            <a:lvl5pPr algn="l">
              <a:defRPr sz="2100" b="1">
                <a:solidFill>
                  <a:srgbClr val="F4F1E8"/>
                </a:solidFill>
                <a:latin typeface="Pretendard"/>
                <a:ea typeface="Pretendard"/>
                <a:cs typeface="Pretendard"/>
              </a:defRPr>
            </a:lvl5pPr>
            <a:lvl6pPr algn="l">
              <a:defRPr sz="2100" b="1">
                <a:solidFill>
                  <a:srgbClr val="F4F1E8"/>
                </a:solidFill>
                <a:latin typeface="Pretendard"/>
                <a:ea typeface="Pretendard"/>
                <a:cs typeface="Pretendard"/>
              </a:defRPr>
            </a:lvl6pPr>
            <a:lvl7pPr algn="l">
              <a:defRPr sz="2100" b="1">
                <a:solidFill>
                  <a:srgbClr val="F4F1E8"/>
                </a:solidFill>
                <a:latin typeface="Pretendard"/>
                <a:ea typeface="Pretendard"/>
                <a:cs typeface="Pretendard"/>
              </a:defRPr>
            </a:lvl7pPr>
            <a:lvl8pPr algn="l">
              <a:defRPr sz="2100" b="1">
                <a:solidFill>
                  <a:srgbClr val="F4F1E8"/>
                </a:solidFill>
                <a:latin typeface="Pretendard"/>
                <a:ea typeface="Pretendard"/>
                <a:cs typeface="Pretendard"/>
              </a:defRPr>
            </a:lvl8pPr>
            <a:lvl9pPr algn="l">
              <a:defRPr sz="2100" b="1">
                <a:solidFill>
                  <a:srgbClr val="F4F1E8"/>
                </a:solidFill>
                <a:latin typeface="Pretendard"/>
                <a:ea typeface="Pretendard"/>
                <a:cs typeface="Pretendard"/>
              </a:defRPr>
            </a:lvl9pPr>
          </a:lstStyle>
          <a:p xmlns:a="http://schemas.openxmlformats.org/drawingml/2006/main">
            <a:pPr algn="l">
              <a:lnSpc>
                <a:spcPct val="113000"/>
              </a:lnSpc>
              <a:buNone/>
              <a:defRPr sz="2100" b="1">
                <a:solidFill>
                  <a:srgbClr val="F4F1E8"/>
                </a:solidFill>
                <a:latin typeface="Pretendard"/>
                <a:ea typeface="Pretendard"/>
                <a:cs typeface="Pretendard"/>
              </a:defRPr>
            </a:pPr>
            <a:r>
              <a:rPr sz="2100" b="1">
                <a:solidFill>
                  <a:srgbClr val="F4F1E8"/>
                </a:solidFill>
                <a:latin typeface="Pretendard"/>
                <a:ea typeface="Pretendard"/>
                <a:cs typeface="Pretendard"/>
              </a:rPr>
              <a:t>선출된 팀장  서우림 · 이다혜 · 김민중</a:t>
            </a:r>
          </a:p>
        </p:txBody>
      </p:sp>
      <p:sp>
        <p:nvSpPr>
          <p:cNvPr id="11" name="">
            <a:extLst xmlns:a="http://schemas.openxmlformats.org/drawingml/2006/main">
              <a:ext uri="{FF2B5EF4-FFF2-40B4-BE49-F238E27FC236}">
                <a16:creationId xmlns:a16="http://schemas.microsoft.com/office/drawing/2014/main" id="{3C58EE3C-F8E7-4F67-9E39-5FB03F9279BD}"/>
              </a:ext>
            </a:extLst>
          </p:cNvPr>
          <p:cNvSpPr>
            <a:spLocks xmlns:a="http://schemas.openxmlformats.org/drawingml/2006/main" noGrp="1"/>
          </p:cNvSpPr>
          <p:nvPr/>
        </p:nvSpPr>
        <p:spPr>
          <a:xfrm xmlns:a="http://schemas.openxmlformats.org/drawingml/2006/main">
            <a:off x="762000" y="54673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D9E3DC"/>
                </a:solidFill>
                <a:latin typeface="Pretendard"/>
                <a:ea typeface="Pretendard"/>
                <a:cs typeface="Pretendard"/>
              </a:defRPr>
            </a:defPPr>
            <a:lvl1pPr algn="l">
              <a:defRPr sz="2025" b="0">
                <a:solidFill>
                  <a:srgbClr val="D9E3DC"/>
                </a:solidFill>
                <a:latin typeface="Pretendard"/>
                <a:ea typeface="Pretendard"/>
                <a:cs typeface="Pretendard"/>
              </a:defRPr>
            </a:lvl1pPr>
            <a:lvl2pPr algn="l">
              <a:defRPr sz="2025" b="0">
                <a:solidFill>
                  <a:srgbClr val="D9E3DC"/>
                </a:solidFill>
                <a:latin typeface="Pretendard"/>
                <a:ea typeface="Pretendard"/>
                <a:cs typeface="Pretendard"/>
              </a:defRPr>
            </a:lvl2pPr>
            <a:lvl3pPr algn="l">
              <a:defRPr sz="2025" b="0">
                <a:solidFill>
                  <a:srgbClr val="D9E3DC"/>
                </a:solidFill>
                <a:latin typeface="Pretendard"/>
                <a:ea typeface="Pretendard"/>
                <a:cs typeface="Pretendard"/>
              </a:defRPr>
            </a:lvl3pPr>
            <a:lvl4pPr algn="l">
              <a:defRPr sz="2025" b="0">
                <a:solidFill>
                  <a:srgbClr val="D9E3DC"/>
                </a:solidFill>
                <a:latin typeface="Pretendard"/>
                <a:ea typeface="Pretendard"/>
                <a:cs typeface="Pretendard"/>
              </a:defRPr>
            </a:lvl4pPr>
            <a:lvl5pPr algn="l">
              <a:defRPr sz="2025" b="0">
                <a:solidFill>
                  <a:srgbClr val="D9E3DC"/>
                </a:solidFill>
                <a:latin typeface="Pretendard"/>
                <a:ea typeface="Pretendard"/>
                <a:cs typeface="Pretendard"/>
              </a:defRPr>
            </a:lvl5pPr>
            <a:lvl6pPr algn="l">
              <a:defRPr sz="2025" b="0">
                <a:solidFill>
                  <a:srgbClr val="D9E3DC"/>
                </a:solidFill>
                <a:latin typeface="Pretendard"/>
                <a:ea typeface="Pretendard"/>
                <a:cs typeface="Pretendard"/>
              </a:defRPr>
            </a:lvl6pPr>
            <a:lvl7pPr algn="l">
              <a:defRPr sz="2025" b="0">
                <a:solidFill>
                  <a:srgbClr val="D9E3DC"/>
                </a:solidFill>
                <a:latin typeface="Pretendard"/>
                <a:ea typeface="Pretendard"/>
                <a:cs typeface="Pretendard"/>
              </a:defRPr>
            </a:lvl7pPr>
            <a:lvl8pPr algn="l">
              <a:defRPr sz="2025" b="0">
                <a:solidFill>
                  <a:srgbClr val="D9E3DC"/>
                </a:solidFill>
                <a:latin typeface="Pretendard"/>
                <a:ea typeface="Pretendard"/>
                <a:cs typeface="Pretendard"/>
              </a:defRPr>
            </a:lvl8pPr>
            <a:lvl9pPr algn="l">
              <a:defRPr sz="2025" b="0">
                <a:solidFill>
                  <a:srgbClr val="D9E3DC"/>
                </a:solidFill>
                <a:latin typeface="Pretendard"/>
                <a:ea typeface="Pretendard"/>
                <a:cs typeface="Pretendard"/>
              </a:defRPr>
            </a:lvl9pPr>
          </a:lstStyle>
          <a:p xmlns:a="http://schemas.openxmlformats.org/drawingml/2006/main">
            <a:pPr algn="l">
              <a:lnSpc>
                <a:spcPct val="113000"/>
              </a:lnSpc>
              <a:buNone/>
              <a:defRPr sz="2025" b="0">
                <a:solidFill>
                  <a:srgbClr val="D9E3DC"/>
                </a:solidFill>
                <a:latin typeface="Pretendard"/>
                <a:ea typeface="Pretendard"/>
                <a:cs typeface="Pretendard"/>
              </a:defRPr>
            </a:pPr>
            <a:r>
              <a:rPr sz="2025" b="0">
                <a:solidFill>
                  <a:srgbClr val="D9E3DC"/>
                </a:solidFill>
                <a:latin typeface="Pretendard"/>
                <a:ea typeface="Pretendard"/>
                <a:cs typeface="Pretendard"/>
              </a:rPr>
              <a:t>팀에서 다음에 확인할 일과 담당자를 정합니다.</a:t>
            </a:r>
          </a:p>
        </p:txBody>
      </p:sp>
      <p:sp>
        <p:nvSpPr>
          <p:cNvPr id="12" name="">
            <a:extLst xmlns:a="http://schemas.openxmlformats.org/drawingml/2006/main">
              <a:ext uri="{FF2B5EF4-FFF2-40B4-BE49-F238E27FC236}">
                <a16:creationId xmlns:a16="http://schemas.microsoft.com/office/drawing/2014/main" id="{DF93F8D3-29AB-4831-B0EB-B66A28E41EE2}"/>
              </a:ext>
            </a:extLst>
          </p:cNvPr>
          <p:cNvSpPr>
            <a:spLocks xmlns:a="http://schemas.openxmlformats.org/drawingml/2006/main" noGrp="1"/>
          </p:cNvSpPr>
          <p:nvPr/>
        </p:nvSpPr>
        <p:spPr>
          <a:xfrm xmlns:a="http://schemas.openxmlformats.org/drawingml/2006/main">
            <a:off x="762000" y="60388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7D1C6"/>
                </a:solidFill>
                <a:latin typeface="Pretendard"/>
                <a:ea typeface="Pretendard"/>
                <a:cs typeface="Pretendard"/>
              </a:defRPr>
            </a:defPPr>
            <a:lvl1pPr algn="l">
              <a:defRPr sz="1500" b="0">
                <a:solidFill>
                  <a:srgbClr val="B7D1C6"/>
                </a:solidFill>
                <a:latin typeface="Pretendard"/>
                <a:ea typeface="Pretendard"/>
                <a:cs typeface="Pretendard"/>
              </a:defRPr>
            </a:lvl1pPr>
            <a:lvl2pPr algn="l">
              <a:defRPr sz="1500" b="0">
                <a:solidFill>
                  <a:srgbClr val="B7D1C6"/>
                </a:solidFill>
                <a:latin typeface="Pretendard"/>
                <a:ea typeface="Pretendard"/>
                <a:cs typeface="Pretendard"/>
              </a:defRPr>
            </a:lvl2pPr>
            <a:lvl3pPr algn="l">
              <a:defRPr sz="1500" b="0">
                <a:solidFill>
                  <a:srgbClr val="B7D1C6"/>
                </a:solidFill>
                <a:latin typeface="Pretendard"/>
                <a:ea typeface="Pretendard"/>
                <a:cs typeface="Pretendard"/>
              </a:defRPr>
            </a:lvl3pPr>
            <a:lvl4pPr algn="l">
              <a:defRPr sz="1500" b="0">
                <a:solidFill>
                  <a:srgbClr val="B7D1C6"/>
                </a:solidFill>
                <a:latin typeface="Pretendard"/>
                <a:ea typeface="Pretendard"/>
                <a:cs typeface="Pretendard"/>
              </a:defRPr>
            </a:lvl4pPr>
            <a:lvl5pPr algn="l">
              <a:defRPr sz="1500" b="0">
                <a:solidFill>
                  <a:srgbClr val="B7D1C6"/>
                </a:solidFill>
                <a:latin typeface="Pretendard"/>
                <a:ea typeface="Pretendard"/>
                <a:cs typeface="Pretendard"/>
              </a:defRPr>
            </a:lvl5pPr>
            <a:lvl6pPr algn="l">
              <a:defRPr sz="1500" b="0">
                <a:solidFill>
                  <a:srgbClr val="B7D1C6"/>
                </a:solidFill>
                <a:latin typeface="Pretendard"/>
                <a:ea typeface="Pretendard"/>
                <a:cs typeface="Pretendard"/>
              </a:defRPr>
            </a:lvl6pPr>
            <a:lvl7pPr algn="l">
              <a:defRPr sz="1500" b="0">
                <a:solidFill>
                  <a:srgbClr val="B7D1C6"/>
                </a:solidFill>
                <a:latin typeface="Pretendard"/>
                <a:ea typeface="Pretendard"/>
                <a:cs typeface="Pretendard"/>
              </a:defRPr>
            </a:lvl7pPr>
            <a:lvl8pPr algn="l">
              <a:defRPr sz="1500" b="0">
                <a:solidFill>
                  <a:srgbClr val="B7D1C6"/>
                </a:solidFill>
                <a:latin typeface="Pretendard"/>
                <a:ea typeface="Pretendard"/>
                <a:cs typeface="Pretendard"/>
              </a:defRPr>
            </a:lvl8pPr>
            <a:lvl9pPr algn="l">
              <a:defRPr sz="1500" b="0">
                <a:solidFill>
                  <a:srgbClr val="B7D1C6"/>
                </a:solidFill>
                <a:latin typeface="Pretendard"/>
                <a:ea typeface="Pretendard"/>
                <a:cs typeface="Pretendard"/>
              </a:defRPr>
            </a:lvl9pPr>
          </a:lstStyle>
          <a:p xmlns:a="http://schemas.openxmlformats.org/drawingml/2006/main">
            <a:pPr algn="l">
              <a:lnSpc>
                <a:spcPct val="113000"/>
              </a:lnSpc>
              <a:buNone/>
              <a:defRPr sz="1500" b="0">
                <a:solidFill>
                  <a:srgbClr val="B7D1C6"/>
                </a:solidFill>
                <a:latin typeface="Pretendard"/>
                <a:ea typeface="Pretendard"/>
                <a:cs typeface="Pretendard"/>
              </a:defRPr>
            </a:pPr>
            <a:r>
              <a:rPr sz="1500" b="0">
                <a:solidFill>
                  <a:srgbClr val="B7D1C6"/>
                </a:solidFill>
                <a:latin typeface="Pretendard"/>
                <a:ea typeface="Pretendard"/>
                <a:cs typeface="Pretendard"/>
              </a:rPr>
              <a:t>후속 작업: 온라인 체험과 수정, 여건에 따른 실물 제작 검토</a:t>
            </a:r>
          </a:p>
        </p:txBody>
      </p:sp>
    </p:spTree>
    <p:extLst>
      <p:ext uri="{BB962C8B-B14F-4D97-AF65-F5344CB8AC3E}">
        <p14:creationId xmlns:p14="http://schemas.microsoft.com/office/powerpoint/2010/main" val="19562928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2026-10-22T13:28:44.3690000Z</dcterms:created>
  <dcterms:modified xsi:type="dcterms:W3CDTF">2026-10-22T13:28:44.3690000Z</dcterms:modified>
</coreProperties>
</file>