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9aa77eb96374b80" /><Relationship Type="http://schemas.openxmlformats.org/officeDocument/2006/relationships/extended-properties" Target="/docProps/app.xml" Id="R99ced8afad344985" /><Relationship Type="http://schemas.openxmlformats.org/officeDocument/2006/relationships/officeDocument" Target="/ppt/presentation.xml" Id="R5c8a0492b41345e2" /></Relationships>
</file>

<file path=ppt/presentation.xml><?xml version="1.0" encoding="utf-8"?>
<p:presentation xmlns:p="http://schemas.openxmlformats.org/presentationml/2006/main">
  <p:sldMasterIdLst>
    <p:sldMasterId xmlns:r="http://schemas.openxmlformats.org/officeDocument/2006/relationships" id="2147483648" r:id="Rb93124cdde15405b"/>
  </p:sldMasterIdLst>
  <p:notesMasterIdLst>
    <p:notesMasterId xmlns:r="http://schemas.openxmlformats.org/officeDocument/2006/relationships" r:id="R9979e25688a6413d"/>
  </p:notesMasterIdLst>
  <p:sldIdLst>
    <p:sldId xmlns:r="http://schemas.openxmlformats.org/officeDocument/2006/relationships" id="256" r:id="Rade75e6c27134aa5"/>
    <p:sldId xmlns:r="http://schemas.openxmlformats.org/officeDocument/2006/relationships" id="257" r:id="Rcd1deffba88d46cc"/>
    <p:sldId xmlns:r="http://schemas.openxmlformats.org/officeDocument/2006/relationships" id="258" r:id="R53dab02bdfd0498f"/>
    <p:sldId xmlns:r="http://schemas.openxmlformats.org/officeDocument/2006/relationships" id="259" r:id="Rb90fdd8b788d4091"/>
    <p:sldId xmlns:r="http://schemas.openxmlformats.org/officeDocument/2006/relationships" id="260" r:id="R0ef6a713c475406c"/>
    <p:sldId xmlns:r="http://schemas.openxmlformats.org/officeDocument/2006/relationships" id="261" r:id="Rae9fb181742f4e86"/>
    <p:sldId xmlns:r="http://schemas.openxmlformats.org/officeDocument/2006/relationships" id="262" r:id="R15ba3cbbba034886"/>
    <p:sldId xmlns:r="http://schemas.openxmlformats.org/officeDocument/2006/relationships" id="263" r:id="R60653235e5ef4a3c"/>
    <p:sldId xmlns:r="http://schemas.openxmlformats.org/officeDocument/2006/relationships" id="264" r:id="R2ac102e6cfe24aad"/>
    <p:sldId xmlns:r="http://schemas.openxmlformats.org/officeDocument/2006/relationships" id="265" r:id="R5e2acbead50241ca"/>
    <p:sldId xmlns:r="http://schemas.openxmlformats.org/officeDocument/2006/relationships" id="266" r:id="Rdea34419ae0641d7"/>
    <p:sldId xmlns:r="http://schemas.openxmlformats.org/officeDocument/2006/relationships" id="267" r:id="R0fae1e671875485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a793d53389423a" /><Relationship Type="http://schemas.openxmlformats.org/officeDocument/2006/relationships/slideMaster" Target="/ppt/slideMasters/slideMaster1.xml" Id="Rb93124cdde15405b" /><Relationship Type="http://schemas.openxmlformats.org/officeDocument/2006/relationships/notesMaster" Target="/ppt/notesMasters/notesMaster1.xml" Id="R9979e25688a6413d" /><Relationship Type="http://schemas.openxmlformats.org/officeDocument/2006/relationships/presProps" Target="/ppt/presProps.xml" Id="R5585fca3b8904988" /><Relationship Type="http://schemas.openxmlformats.org/officeDocument/2006/relationships/tableStyles" Target="/ppt/tableStyles.xml" Id="R86a61aa2d2a74777" /><Relationship Type="http://schemas.openxmlformats.org/officeDocument/2006/relationships/slide" Target="/ppt/slides/slide1.xml" Id="Rade75e6c27134aa5" /><Relationship Type="http://schemas.openxmlformats.org/officeDocument/2006/relationships/slide" Target="/ppt/slides/slide2.xml" Id="Rcd1deffba88d46cc" /><Relationship Type="http://schemas.openxmlformats.org/officeDocument/2006/relationships/slide" Target="/ppt/slides/slide3.xml" Id="R53dab02bdfd0498f" /><Relationship Type="http://schemas.openxmlformats.org/officeDocument/2006/relationships/slide" Target="/ppt/slides/slide4.xml" Id="Rb90fdd8b788d4091" /><Relationship Type="http://schemas.openxmlformats.org/officeDocument/2006/relationships/slide" Target="/ppt/slides/slide5.xml" Id="R0ef6a713c475406c" /><Relationship Type="http://schemas.openxmlformats.org/officeDocument/2006/relationships/slide" Target="/ppt/slides/slide6.xml" Id="Rae9fb181742f4e86" /><Relationship Type="http://schemas.openxmlformats.org/officeDocument/2006/relationships/slide" Target="/ppt/slides/slide7.xml" Id="R15ba3cbbba034886" /><Relationship Type="http://schemas.openxmlformats.org/officeDocument/2006/relationships/slide" Target="/ppt/slides/slide8.xml" Id="R60653235e5ef4a3c" /><Relationship Type="http://schemas.openxmlformats.org/officeDocument/2006/relationships/slide" Target="/ppt/slides/slide9.xml" Id="R2ac102e6cfe24aad" /><Relationship Type="http://schemas.openxmlformats.org/officeDocument/2006/relationships/slide" Target="/ppt/slides/slide10.xml" Id="R5e2acbead50241ca" /><Relationship Type="http://schemas.openxmlformats.org/officeDocument/2006/relationships/slide" Target="/ppt/slides/slide11.xml" Id="Rdea34419ae0641d7" /><Relationship Type="http://schemas.openxmlformats.org/officeDocument/2006/relationships/slide" Target="/ppt/slides/slide12.xml" Id="R0fae1e671875485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6782e46d87408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b0907b2eca416e" /><Relationship Type="http://schemas.openxmlformats.org/officeDocument/2006/relationships/notesMaster" Target="/ppt/notesMasters/notesMaster1.xml" Id="Rcaf619f90d584c2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f065507cce24c29" /><Relationship Type="http://schemas.openxmlformats.org/officeDocument/2006/relationships/notesMaster" Target="/ppt/notesMasters/notesMaster1.xml" Id="R4d032ddbbb374fcf" /></Relationships>
</file>

<file path=ppt/notesSlides/_rels/notesSlide3.xml.rels>&#65279;<?xml version="1.0" encoding="utf-8"?><Relationships xmlns="http://schemas.openxmlformats.org/package/2006/relationships"><Relationship Type="http://schemas.openxmlformats.org/officeDocument/2006/relationships/slide" Target="/ppt/slides/slide3.xml" Id="Raaf42220c4024751" /><Relationship Type="http://schemas.openxmlformats.org/officeDocument/2006/relationships/notesMaster" Target="/ppt/notesMasters/notesMaster1.xml" Id="Rf250157e1efb43c5" /></Relationships>
</file>

<file path=ppt/notesSlides/_rels/notesSlide4.xml.rels>&#65279;<?xml version="1.0" encoding="utf-8"?><Relationships xmlns="http://schemas.openxmlformats.org/package/2006/relationships"><Relationship Type="http://schemas.openxmlformats.org/officeDocument/2006/relationships/slide" Target="/ppt/slides/slide4.xml" Id="R3ef2716c07e6446f" /><Relationship Type="http://schemas.openxmlformats.org/officeDocument/2006/relationships/notesMaster" Target="/ppt/notesMasters/notesMaster1.xml" Id="R5eeff4dfd42f4c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df2383c7c84f77" /><Relationship Type="http://schemas.openxmlformats.org/officeDocument/2006/relationships/notesMaster" Target="/ppt/notesMasters/notesMaster1.xml" Id="Rf09399d2448a4f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c04c4377ae304a07" /><Relationship Type="http://schemas.openxmlformats.org/officeDocument/2006/relationships/notesMaster" Target="/ppt/notesMasters/notesMaster1.xml" Id="R3b0aab8caaa04be9" /></Relationships>
</file>

<file path=ppt/notesSlides/_rels/notesSlide7.xml.rels>&#65279;<?xml version="1.0" encoding="utf-8"?><Relationships xmlns="http://schemas.openxmlformats.org/package/2006/relationships"><Relationship Type="http://schemas.openxmlformats.org/officeDocument/2006/relationships/slide" Target="/ppt/slides/slide7.xml" Id="R9e6d66ffc0cb463a" /><Relationship Type="http://schemas.openxmlformats.org/officeDocument/2006/relationships/notesMaster" Target="/ppt/notesMasters/notesMaster1.xml" Id="R7ba4d1d569d44fdb" /></Relationships>
</file>

<file path=ppt/notesSlides/_rels/notesSlide8.xml.rels>&#65279;<?xml version="1.0" encoding="utf-8"?><Relationships xmlns="http://schemas.openxmlformats.org/package/2006/relationships"><Relationship Type="http://schemas.openxmlformats.org/officeDocument/2006/relationships/slide" Target="/ppt/slides/slide8.xml" Id="R175183ae8e924ef4" /><Relationship Type="http://schemas.openxmlformats.org/officeDocument/2006/relationships/notesMaster" Target="/ppt/notesMasters/notesMaster1.xml" Id="R08d2373cbb914e3c" /></Relationships>
</file>

<file path=ppt/notesSlides/_rels/notesSlide9.xml.rels>&#65279;<?xml version="1.0" encoding="utf-8"?><Relationships xmlns="http://schemas.openxmlformats.org/package/2006/relationships"><Relationship Type="http://schemas.openxmlformats.org/officeDocument/2006/relationships/slide" Target="/ppt/slides/slide9.xml" Id="R6b546dcaf6aa42e1" /><Relationship Type="http://schemas.openxmlformats.org/officeDocument/2006/relationships/notesMaster" Target="/ppt/notesMasters/notesMaster1.xml" Id="Rff11fd7d3cfb490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3c722bc2d924bd5" /><Relationship Type="http://schemas.openxmlformats.org/officeDocument/2006/relationships/notesMaster" Target="/ppt/notesMasters/notesMaster1.xml" Id="R3f307fb6220c4b4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b0391de16874ccc" /><Relationship Type="http://schemas.openxmlformats.org/officeDocument/2006/relationships/notesMaster" Target="/ppt/notesMasters/notesMaster1.xml" Id="R4389c4c575f94fa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933e36df89d4faa" /><Relationship Type="http://schemas.openxmlformats.org/officeDocument/2006/relationships/notesMaster" Target="/ppt/notesMasters/notesMaster1.xml" Id="Rc130cc4cf72a486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섬을 여행해도 누구는 산을 오르고, 누구는 맛있는 음식을 찾아갑니다. 울릉마블은 그 차이를 즐기는 보드게임입니다. 같은 주사위가 나와도 어디에서 멈추고 무엇을 할지는 내가 고릅니다. 오늘은 규칙을 모두 설명하기보다, 함께 앉았을 때 어떤 고민을 하게 되는지 보여드리겠습니다.</a:t>
            </a:r>
          </a:p>
          <a:p xmlns:a="http://schemas.openxmlformats.org/drawingml/2006/main">
            <a:r>
              <a:t/>
            </a:r>
          </a:p>
          <a:p xmlns:a="http://schemas.openxmlformats.org/drawingml/2006/main">
            <a:r>
              <a:t>자료: https://dullg-landing-one.vercel.app/games/ulleung-marble</a:t>
            </a:r>
          </a:p>
          <a:p xmlns:a="http://schemas.openxmlformats.org/drawingml/2006/main">
            <a:r>
              <a:t>게임 데이터: web/dist/tabletop/v07/data.json</a:t>
            </a:r>
          </a:p>
          <a:p xmlns:a="http://schemas.openxmlformats.org/drawingml/2006/main">
            <a:r>
              <a:t>표지: 기존 제품용 울릉도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테이블 가운데 지도를 놓고, 각자 여행자북을 하나씩 고릅니다. 목적지에 도착하면 조우 카드를 읽고 두 행동 중 하나를 선택합니다. 그 결과가 내 앞의 풍경, 체험, 미식 카드로 쌓입니다. 개인 목표와 여행 코스도 점수가 되기 때문에, 같은 장소에서도 사람마다 반가운 선택이 다릅니다. 모두 일곱 라운드를 마치면 점수를 합산합니다.</a:t>
            </a:r>
          </a:p>
          <a:p xmlns:a="http://schemas.openxmlformats.org/drawingml/2006/main">
            <a:r>
              <a:t/>
            </a:r>
          </a:p>
          <a:p xmlns:a="http://schemas.openxmlformats.org/drawingml/2006/main">
            <a:r>
              <a:t>자료: https://dullg-landing-one.vercel.app/games/ulleung-marble</a:t>
            </a:r>
          </a:p>
          <a:p xmlns:a="http://schemas.openxmlformats.org/drawingml/2006/main">
            <a:r>
              <a:t>테이블 구성: promo/table-spread.webp</a:t>
            </a:r>
          </a:p>
          <a:p xmlns:a="http://schemas.openxmlformats.org/drawingml/2006/main">
            <a:r>
              <a:t>규칙: engine.mjs scores(), endTurn()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정하린은 늘 남이 정한 일정을 따라가다가, 처음으로 자기 코스를 고릅니다. 김수진은 쉬는 시간을 지키면서 산과 분지를 보고 싶어 합니다. 빵집을 운영하는 박영호는 울릉도의 맛이 궁금하지만 예산을 전부 쓰고 싶지는 않습니다. 여덟 인물에게 이런 사연과 목표, 코스를 나누어 주었습니다. 캐릭터를 바꾸면 다음 게임에서 눈에 들어오는 장소도 달라집니다.</a:t>
            </a:r>
          </a:p>
          <a:p xmlns:a="http://schemas.openxmlformats.org/drawingml/2006/main">
            <a:r>
              <a:t/>
            </a:r>
          </a:p>
          <a:p xmlns:a="http://schemas.openxmlformats.org/drawingml/2006/main">
            <a:r>
              <a:t>자료: data.json characters 0, 2, 3</a:t>
            </a:r>
          </a:p>
          <a:p xmlns:a="http://schemas.openxmlformats.org/drawingml/2006/main">
            <a:r>
              <a:t>character-courses.mjs</a:t>
            </a:r>
          </a:p>
          <a:p xmlns:a="http://schemas.openxmlformats.org/drawingml/2006/main">
            <a:r>
              <a:t>기존 캐릭터 원화: assets/v07/portraits/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주사위가 2가 나왔습니다. 천부에서 나리분지까지 한 칸, 성인봉까지 두 칸입니다. 나리분지가 내 코스라면 한 칸만 가서 멈추면 됩니다. 체험이나 다른 권역이 필요하면 더 들어갈 수도 있습니다. 항상 나온 수만큼 끝까지 가야 하는 것은 아닙니다. 지도를 보면서 이번 차례에 무엇이 더 필요한지 스스로 결정하는 것이 첫 번째 재미입니다.</a:t>
            </a:r>
          </a:p>
          <a:p xmlns:a="http://schemas.openxmlformats.org/drawingml/2006/main">
            <a:r>
              <a:t/>
            </a:r>
          </a:p>
          <a:p xmlns:a="http://schemas.openxmlformats.org/drawingml/2006/main">
            <a:r>
              <a:t>자료: data.json geography.edges 및 nodes</a:t>
            </a:r>
          </a:p>
          <a:p xmlns:a="http://schemas.openxmlformats.org/drawingml/2006/main">
            <a:r>
              <a:t>engine.mjs destinations()</a:t>
            </a:r>
          </a:p>
          <a:p xmlns:a="http://schemas.openxmlformats.org/drawingml/2006/main">
            <a:r>
              <a:t>지도 원본 board-map.svg의 천부–나리분지–성인봉 구간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카드 한 장을 보겠습니다. 피로가 한 장 있고 예산이 남아 있는 중반 차례라고 가정합니다. 합승을 기다리며 쉬면 만 원을 쓰는 대신 피로를 줄이고 다음 이동에 주사위 두 개를 씁니다. 주변을 걸으면 체험을 얻지만 더 피곤해집니다. 김수진이라면 쉬는 쪽이, 체험을 모으는 여행자라면 걷는 쪽이 반가울 수 있습니다. 오른쪽 사람이 카드를 읽어 주고, 차례인 사람이 결정합니다. 여기서 자연스럽게 서로의 여행 이야기가 나옵니다.</a:t>
            </a:r>
          </a:p>
          <a:p xmlns:a="http://schemas.openxmlformats.org/drawingml/2006/main">
            <a:r>
              <a:t/>
            </a:r>
          </a:p>
          <a:p xmlns:a="http://schemas.openxmlformats.org/drawingml/2006/main">
            <a:r>
              <a:t>자료: data.json encounters blue-07</a:t>
            </a:r>
          </a:p>
          <a:p xmlns:a="http://schemas.openxmlformats.org/drawingml/2006/main">
            <a:r>
              <a:t>선택 A: cost 1, fatigue -1, bonus die / 선택 B: activity 1, fatigue 1</a:t>
            </a:r>
          </a:p>
          <a:p xmlns:a="http://schemas.openxmlformats.org/drawingml/2006/main">
            <a:r>
              <a:t>예외: 피로 0 또는 마지막 라운드 효과 대체는 규칙서 참고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여행 목표만 보고 자기 차례를 보내지는 않습니다. 옆 사람이 어떤 카드를 모으는지도 신경 쓰입니다. 예를 들어 두 사람이 미식 다섯 장씩을 갖고 있으면 공동 달인으로 각각 사 점입니다. 제가 한 장을 더 가져오면 단독 달인 팔 점이 되고, 상대는 달인 점수를 받지 못합니다. 이 표는 달인 보너스만 비교한 예시입니다. 내 코스를 완성할지, 상대를 따라잡을지 사이에서 마지막까지 선택할 이유가 생깁니다.</a:t>
            </a:r>
          </a:p>
          <a:p xmlns:a="http://schemas.openxmlformats.org/drawingml/2006/main">
            <a:r>
              <a:t/>
            </a:r>
          </a:p>
          <a:p xmlns:a="http://schemas.openxmlformats.org/drawingml/2006/main">
            <a:r>
              <a:t>자료: engine.mjs LEADER_POINTS, TIED_LEADER_POINTS, scores()</a:t>
            </a:r>
          </a:p>
          <a:p xmlns:a="http://schemas.openxmlformats.org/drawingml/2006/main">
            <a:r>
              <a:t>가상 비교 예시. 다른 점수 항목은 제외하고 미식 달인 보너스만 표시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모은 카드를 뒤집으면 실제 울릉도의 장소와 음식, 체험을 소개하는 내용을 만날 수 있습니다. 도동항을 걷고, 태하 모노레일을 타고, 반건조 오징어를 맛보는 장면이 게임 속 기록과 이어집니다. 안내문을 길게 읽어야 게임을 할 수 있는 구조는 아닙니다. 한 판을 마치고 카드를 정리할 때, 여기에는 정말 가 보고 싶다는 장소가 하나쯤 남기를 기대했습니다.</a:t>
            </a:r>
          </a:p>
          <a:p xmlns:a="http://schemas.openxmlformats.org/drawingml/2006/main">
            <a:r>
              <a:t/>
            </a:r>
          </a:p>
          <a:p xmlns:a="http://schemas.openxmlformats.org/drawingml/2006/main">
            <a:r>
              <a:t>자료: 실제 구성품 scenery-2, activity-2, food-2 원본</a:t>
            </a:r>
          </a:p>
          <a:p xmlns:a="http://schemas.openxmlformats.org/drawingml/2006/main">
            <a:r>
              <a:t>promo/scenery-front.png, activity-front.png, food-front.png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상자, 지도, 카드, 여행자북과 말을 하나의 여행 상품으로 보이도록 맞췄습니다. 카드에는 상황과 선택 결과를, 여행자북에는 각 인물의 이야기와 개인 코스를 담았습니다. 카드 규격은 58 곱하기 90밀리미터, 여행자북과 규칙서는 B6 여덟 쪽입니다. 화면의 이미지는 현재 구성품 디자인과 배치 예시이며, 실제 양산품을 촬영한 사진은 아닙니다.</a:t>
            </a:r>
          </a:p>
          <a:p xmlns:a="http://schemas.openxmlformats.org/drawingml/2006/main">
            <a:r>
              <a:t/>
            </a:r>
          </a:p>
          <a:p xmlns:a="http://schemas.openxmlformats.org/drawingml/2006/main">
            <a:r>
              <a:t>자료: 제품 구성 데이터 및 랜딩 구성품 목록</a:t>
            </a:r>
          </a:p>
          <a:p xmlns:a="http://schemas.openxmlformats.org/drawingml/2006/main">
            <a:r>
              <a:t>실물 규격: 카드 58×90mm / B6 128×182mm 8쪽</a:t>
            </a:r>
          </a:p>
          <a:p xmlns:a="http://schemas.openxmlformats.org/drawingml/2006/main">
            <a:r>
              <a:t>기존 디자인 렌더 이미지, 양산 실물 사진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실물처럼 구성품을 직접 다뤄 보고 싶다면 테이블 모드로 들어갑니다. 카드를 뽑고, 말을 옮기고, 보상과 예산을 직접 정리합니다. 서로 다른 기기로 함께하려면 온라인 모드를 사용합니다. 한 사람이 방을 만들고 초대 코드를 보내면 각자 여행자를 고를 수 있습니다. 자동으로 진행되는 규칙은 같은 게임의 규칙입니다. 발표 뒤에는 이 화면에서 바로 시연을 시작할 수 있습니다.</a:t>
            </a:r>
          </a:p>
          <a:p xmlns:a="http://schemas.openxmlformats.org/drawingml/2006/main">
            <a:r>
              <a:t/>
            </a:r>
          </a:p>
          <a:p xmlns:a="http://schemas.openxmlformats.org/drawingml/2006/main">
            <a:r>
              <a:t>자료: https://dullg-landing-one.vercel.app/ulleung-marble/tabletop/v07/start.html</a:t>
            </a:r>
          </a:p>
          <a:p xmlns:a="http://schemas.openxmlformats.org/drawingml/2006/main">
            <a:r>
              <a:t>web/dist/tabletop/v07/start.html</a:t>
            </a:r>
          </a:p>
          <a:p xmlns:a="http://schemas.openxmlformats.org/drawingml/2006/main">
            <a:r>
              <a:t>표시 화면: 운영 사이트 캡처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울릉마블에서 기억에 남았으면 하는 것은 목적지 이름과 내가 했던 선택입니다. 돌아갈 시간이 다가왔는데 조금 더 둘러볼지, 피곤하지만 체험을 하나 더 해 볼지, 친구와 같은 음식을 노릴지 고민하는 여행입니다. 이제 설명을 잠깐 멈추고 한 차례를 직접 골라 보시면 좋겠습니다. 링크의 짧은 체험은 혼자 바로 시작할 수 있고, 여러 명이 준비됐다면 온라인 방으로 이어 갈 수 있습니다.</a:t>
            </a:r>
          </a:p>
          <a:p xmlns:a="http://schemas.openxmlformats.org/drawingml/2006/main">
            <a:r>
              <a:t/>
            </a:r>
          </a:p>
          <a:p xmlns:a="http://schemas.openxmlformats.org/drawingml/2006/main">
            <a:r>
              <a:t>자료: https://dullg-landing-one.vercel.app/games/ulleung-marble#try</a:t>
            </a:r>
          </a:p>
          <a:p xmlns:a="http://schemas.openxmlformats.org/drawingml/2006/main">
            <a:r>
              <a:t>https://dullg-landing-one.vercel.app/games/ulleung-marble#film</a:t>
            </a:r>
          </a:p>
          <a:p xmlns:a="http://schemas.openxmlformats.org/drawingml/2006/main">
            <a:r>
              <a:t>QR 연결: https://dullg-landing-one.vercel.app/games/ulleung-marble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점수에 관한 질문이 나왔을 때만 보여 주는 참고 화면입니다. 모든 여행자가 일곱 번째 차례를 마치면 게임을 종료합니다. 풍경은 한 장당 일 점, 체험은 두 장당 일 점, 미식은 세 장당 일 점으로 계산하며 남는 카드는 올림하지 않습니다. 일주는 다섯 권역을 방문하고 항구에 돌아왔을 때 한 번만 받을 수 있고, 일주 카드는 전체 네 장입니다. 항구 종료 점수와 개인 목표는 해당 조건을 각각 충족하면 함께 계산합니다.</a:t>
            </a:r>
          </a:p>
          <a:p xmlns:a="http://schemas.openxmlformats.org/drawingml/2006/main">
            <a:r>
              <a:t/>
            </a:r>
          </a:p>
          <a:p xmlns:a="http://schemas.openxmlformats.org/drawingml/2006/main">
            <a:r>
              <a:t>자료: engine.mjs scores(), finish()</a:t>
            </a:r>
          </a:p>
          <a:p xmlns:a="http://schemas.openxmlformats.org/drawingml/2006/main">
            <a:r>
              <a:t>현재 확정 규칙 및 사용자 승인 내역</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완성된 디자인과 작동하는 플레이 버전이 준비되어 있습니다. 다만 웹에서 규칙이 작동하는 것과 실제 판매할 상품이 검증되는 것은 구분해야 합니다. 다음 단계는 사람들과 여러 판을 해 보면서 이해하기 어려운 설명, 기다리는 시간, 선택의 균형을 확인하는 일입니다. 그 뒤에 인쇄 샘플과 수납, 내구성, 제작 견적을 확인할 계획입니다. 현재 확인되지 않은 판매 실적이나 구매 의향 수치를 제시하지 않습니다.</a:t>
            </a:r>
          </a:p>
          <a:p xmlns:a="http://schemas.openxmlformats.org/drawingml/2006/main">
            <a:r>
              <a:t/>
            </a:r>
          </a:p>
          <a:p xmlns:a="http://schemas.openxmlformats.org/drawingml/2006/main">
            <a:r>
              <a:t>자료: 현재 프로젝트 산출물 및 운영 사이트</a:t>
            </a:r>
          </a:p>
          <a:p xmlns:a="http://schemas.openxmlformats.org/drawingml/2006/main">
            <a:r>
              <a:t>promo/presentation.md: 제작 시제품 상태</a:t>
            </a:r>
          </a:p>
          <a:p xmlns:a="http://schemas.openxmlformats.org/drawingml/2006/main">
            <a:r>
              <a:t>후속 과제는 제안이며 수행 완료 주장이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2b27cfcf544cf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54dd832bead4d12" /><Relationship Type="http://schemas.openxmlformats.org/officeDocument/2006/relationships/slideLayout" Target="/ppt/slideLayouts/slideLayout1.xml" Id="Rfa75513137e14c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a75513137e14c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7120a30d83d4aaf" /><Relationship Type="http://schemas.openxmlformats.org/officeDocument/2006/relationships/image" Target="/ppt/media/image.png" Id="R7c0da75c486149c0" /><Relationship Type="http://schemas.openxmlformats.org/officeDocument/2006/relationships/notesSlide" Target="/ppt/notesSlides/notesSlide1.xml" Id="Rced150fac1594f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c4a238708bf4f4a" /><Relationship Type="http://schemas.openxmlformats.org/officeDocument/2006/relationships/image" Target="/ppt/media/image2.png" Id="R5b44875ff39d4341" /><Relationship Type="http://schemas.openxmlformats.org/officeDocument/2006/relationships/notesSlide" Target="/ppt/notesSlides/notesSlide2.xml" Id="Rbefc17f6d46c46c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a4bce9cf2274957" /><Relationship Type="http://schemas.openxmlformats.org/officeDocument/2006/relationships/image" Target="/ppt/media/image3.png" Id="R8fd90026e47d40b4" /><Relationship Type="http://schemas.openxmlformats.org/officeDocument/2006/relationships/image" Target="/ppt/media/image4.png" Id="Rf0c12e83e7b74170" /><Relationship Type="http://schemas.openxmlformats.org/officeDocument/2006/relationships/image" Target="/ppt/media/image5.png" Id="R186a64e87f624db1" /><Relationship Type="http://schemas.openxmlformats.org/officeDocument/2006/relationships/notesSlide" Target="/ppt/notesSlides/notesSlide3.xml" Id="R224e3bd92c4146a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7d03e8aded24135" /><Relationship Type="http://schemas.openxmlformats.org/officeDocument/2006/relationships/image" Target="/ppt/media/image6.png" Id="Rdbcb26f93fba414f" /><Relationship Type="http://schemas.openxmlformats.org/officeDocument/2006/relationships/notesSlide" Target="/ppt/notesSlides/notesSlide4.xml" Id="R9ffa62ebdb114b4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c03312b4eba4fea" /><Relationship Type="http://schemas.openxmlformats.org/officeDocument/2006/relationships/image" Target="/ppt/media/image7.png" Id="Rf9dc81d7a2eb459f" /><Relationship Type="http://schemas.openxmlformats.org/officeDocument/2006/relationships/notesSlide" Target="/ppt/notesSlides/notesSlide5.xml" Id="R82993c8f89b644d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41a47fbcd844103" /><Relationship Type="http://schemas.openxmlformats.org/officeDocument/2006/relationships/notesSlide" Target="/ppt/notesSlides/notesSlide6.xml" Id="Rabf4d7feac914b2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e2de51bf0a8431b" /><Relationship Type="http://schemas.openxmlformats.org/officeDocument/2006/relationships/image" Target="/ppt/media/image8.png" Id="R7b863877dcbd4a44" /><Relationship Type="http://schemas.openxmlformats.org/officeDocument/2006/relationships/image" Target="/ppt/media/image9.png" Id="R6df2d2955e4a4b36" /><Relationship Type="http://schemas.openxmlformats.org/officeDocument/2006/relationships/image" Target="/ppt/media/image10.png" Id="R868a6ddb34fc4411" /><Relationship Type="http://schemas.openxmlformats.org/officeDocument/2006/relationships/notesSlide" Target="/ppt/notesSlides/notesSlide7.xml" Id="R33db5d842fb845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9e0fac1101242c7" /><Relationship Type="http://schemas.openxmlformats.org/officeDocument/2006/relationships/image" Target="/ppt/media/image11.png" Id="Raa40630622c24040" /><Relationship Type="http://schemas.openxmlformats.org/officeDocument/2006/relationships/image" Target="/ppt/media/image12.png" Id="R538aa5b4bbef4f2f" /><Relationship Type="http://schemas.openxmlformats.org/officeDocument/2006/relationships/image" Target="/ppt/media/image13.png" Id="R897c319b7b244a58" /><Relationship Type="http://schemas.openxmlformats.org/officeDocument/2006/relationships/image" Target="/ppt/media/image14.png" Id="Rb9ea84f927b343cd" /><Relationship Type="http://schemas.openxmlformats.org/officeDocument/2006/relationships/image" Target="/ppt/media/image15.png" Id="R7bbf8b310f364230" /><Relationship Type="http://schemas.openxmlformats.org/officeDocument/2006/relationships/image" Target="/ppt/media/image16.png" Id="R7ac5c273073148e6" /><Relationship Type="http://schemas.openxmlformats.org/officeDocument/2006/relationships/image" Target="/ppt/media/image17.png" Id="R8c52b9f4209846b1" /><Relationship Type="http://schemas.openxmlformats.org/officeDocument/2006/relationships/image" Target="/ppt/media/image18.png" Id="Rcfe7a0ada6f14f06" /><Relationship Type="http://schemas.openxmlformats.org/officeDocument/2006/relationships/image" Target="/ppt/media/image19.png" Id="R279b384fe90c4e7a" /><Relationship Type="http://schemas.openxmlformats.org/officeDocument/2006/relationships/notesSlide" Target="/ppt/notesSlides/notesSlide8.xml" Id="Rb8f4bae24ec1447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18372b3d60d4e49" /><Relationship Type="http://schemas.openxmlformats.org/officeDocument/2006/relationships/image" Target="/ppt/media/image20.png" Id="R5b7ae672b0824e45" /><Relationship Type="http://schemas.openxmlformats.org/officeDocument/2006/relationships/hyperlink" Target="https://dullg-landing-one.vercel.app/ulleung-marble/tabletop/v07/start.html" TargetMode="External" Id="Ref8c720d00a1482a" /><Relationship Type="http://schemas.openxmlformats.org/officeDocument/2006/relationships/notesSlide" Target="/ppt/notesSlides/notesSlide9.xml" Id="R05d7bf9896764ed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99b4bdc039346f1" /><Relationship Type="http://schemas.openxmlformats.org/officeDocument/2006/relationships/image" Target="/ppt/media/image21.png" Id="R8e82aba03e494627" /><Relationship Type="http://schemas.openxmlformats.org/officeDocument/2006/relationships/image" Target="/ppt/media/image22.png" Id="Rf5e55cdc7ec54635" /><Relationship Type="http://schemas.openxmlformats.org/officeDocument/2006/relationships/hyperlink" Target="https://dullg-landing-one.vercel.app/games/ulleung-marble#try" TargetMode="External" Id="Ra48f79a9d9c54e45" /><Relationship Type="http://schemas.openxmlformats.org/officeDocument/2006/relationships/hyperlink" Target="https://dullg-landing-one.vercel.app/games/ulleung-marble#film" TargetMode="External" Id="R104f9d5dd6e14b92" /><Relationship Type="http://schemas.openxmlformats.org/officeDocument/2006/relationships/notesSlide" Target="/ppt/notesSlides/notesSlide10.xml" Id="Rffeb49e2442d429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00788472f7e426c" /><Relationship Type="http://schemas.openxmlformats.org/officeDocument/2006/relationships/notesSlide" Target="/ppt/notesSlides/notesSlide11.xml" Id="R2340d9c927c84e6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48d8b64a54740d5" /><Relationship Type="http://schemas.openxmlformats.org/officeDocument/2006/relationships/notesSlide" Target="/ppt/notesSlides/notesSlide12.xml" Id="Ra8e24ef82aef4988" /></Relationships>
</file>

<file path=ppt/slides/slide1.xml><?xml version="1.0" encoding="utf-8"?>
<p:sld xmlns:p="http://schemas.openxmlformats.org/presentationml/2006/main">
  <p:cSld>
    <p:bg>
      <p:bgPr>
        <a:solidFill xmlns:a="http://schemas.openxmlformats.org/drawingml/2006/main">
          <a:srgbClr val="F8FA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80DB7D6-041B-4F7F-870F-4B02F400B4AF}"/>
              </a:ext>
            </a:extLst>
          </p:cNvPr>
          <p:cNvSpPr>
            <a:spLocks xmlns:a="http://schemas.openxmlformats.org/drawingml/2006/main" noGrp="1"/>
          </p:cNvSpPr>
          <p:nvPr/>
        </p:nvSpPr>
        <p:spPr>
          <a:xfrm xmlns:a="http://schemas.openxmlformats.org/drawingml/2006/main">
            <a:off x="609600" y="6391275"/>
            <a:ext cx="133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55747B"/>
                </a:solidFill>
                <a:latin typeface="Pretendard"/>
                <a:ea typeface="Pretendard"/>
                <a:cs typeface="Pretendard"/>
              </a:defRPr>
            </a:pPr>
            <a:r>
              <a:rPr sz="1200" b="1">
                <a:solidFill>
                  <a:srgbClr val="55747B"/>
                </a:solidFill>
                <a:latin typeface="Pretendard"/>
                <a:ea typeface="Pretendard"/>
                <a:cs typeface="Pretendard"/>
              </a:rPr>
              <a:t>울릉마블</a:t>
            </a:r>
          </a:p>
        </p:txBody>
      </p:sp>
      <p:sp>
        <p:nvSpPr>
          <p:cNvPr id="2" name="">
            <a:extLst xmlns:a="http://schemas.openxmlformats.org/drawingml/2006/main">
              <a:ext uri="{FF2B5EF4-FFF2-40B4-BE49-F238E27FC236}">
                <a16:creationId xmlns:a16="http://schemas.microsoft.com/office/drawing/2014/main" id="{732722A5-F659-4781-8FBC-F7E27ADA4EA5}"/>
              </a:ext>
            </a:extLst>
          </p:cNvPr>
          <p:cNvSpPr>
            <a:spLocks xmlns:a="http://schemas.openxmlformats.org/drawingml/2006/main" noGrp="1"/>
          </p:cNvSpPr>
          <p:nvPr/>
        </p:nvSpPr>
        <p:spPr>
          <a:xfrm xmlns:a="http://schemas.openxmlformats.org/drawingml/2006/main">
            <a:off x="11029950" y="639127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5747B"/>
                </a:solidFill>
                <a:latin typeface="Pretendard"/>
                <a:ea typeface="Pretendard"/>
                <a:cs typeface="Pretendard"/>
              </a:defRPr>
            </a:pPr>
            <a:r>
              <a:rPr sz="1200" b="0">
                <a:solidFill>
                  <a:srgbClr val="55747B"/>
                </a:solidFill>
                <a:latin typeface="Pretendard"/>
                <a:ea typeface="Pretendard"/>
                <a:cs typeface="Pretendard"/>
              </a:rPr>
              <a:t>01</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c0da75c486149c0"/>
          <a:srcRect xmlns:a="http://schemas.openxmlformats.org/drawingml/2006/main" l="15833" t="0" r="15833" b="0"/>
          <a:stretch xmlns:a="http://schemas.openxmlformats.org/drawingml/2006/main">
            <a:fillRect l="0" t="0" r="0" b="0"/>
          </a:stretch>
        </p:blipFill>
        <p:spPr>
          <a:xfrm xmlns:a="http://schemas.openxmlformats.org/drawingml/2006/main">
            <a:off x="5162550" y="0"/>
            <a:ext cx="7029450"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5E40E36-53DC-4294-AB34-6FF7E81899E7}"/>
              </a:ext>
            </a:extLst>
          </p:cNvPr>
          <p:cNvSpPr>
            <a:spLocks xmlns:a="http://schemas.openxmlformats.org/drawingml/2006/main" noGrp="1"/>
          </p:cNvSpPr>
          <p:nvPr/>
        </p:nvSpPr>
        <p:spPr>
          <a:xfrm xmlns:a="http://schemas.openxmlformats.org/drawingml/2006/main">
            <a:off x="609600" y="1285875"/>
            <a:ext cx="5238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450" b="1">
                <a:solidFill>
                  <a:srgbClr val="153E48"/>
                </a:solidFill>
                <a:latin typeface="Pretendard"/>
                <a:ea typeface="Pretendard"/>
                <a:cs typeface="Pretendard"/>
              </a:defRPr>
            </a:pPr>
            <a:r>
              <a:rPr sz="6450" b="1">
                <a:solidFill>
                  <a:srgbClr val="153E48"/>
                </a:solidFill>
                <a:latin typeface="Pretendard"/>
                <a:ea typeface="Pretendard"/>
                <a:cs typeface="Pretendard"/>
              </a:rPr>
              <a:t>울릉마블</a:t>
            </a:r>
          </a:p>
        </p:txBody>
      </p:sp>
      <p:sp>
        <p:nvSpPr>
          <p:cNvPr id="5" name="">
            <a:extLst xmlns:a="http://schemas.openxmlformats.org/drawingml/2006/main">
              <a:ext uri="{FF2B5EF4-FFF2-40B4-BE49-F238E27FC236}">
                <a16:creationId xmlns:a16="http://schemas.microsoft.com/office/drawing/2014/main" id="{6FFAD36B-93D6-49C2-999E-0D5EDBA40E2F}"/>
              </a:ext>
            </a:extLst>
          </p:cNvPr>
          <p:cNvSpPr>
            <a:spLocks xmlns:a="http://schemas.openxmlformats.org/drawingml/2006/main" noGrp="1"/>
          </p:cNvSpPr>
          <p:nvPr/>
        </p:nvSpPr>
        <p:spPr>
          <a:xfrm xmlns:a="http://schemas.openxmlformats.org/drawingml/2006/main">
            <a:off x="638175" y="2619375"/>
            <a:ext cx="44577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53E48"/>
                </a:solidFill>
                <a:latin typeface="Pretendard"/>
                <a:ea typeface="Pretendard"/>
                <a:cs typeface="Pretendard"/>
              </a:defRPr>
            </a:pPr>
            <a:r>
              <a:rPr sz="3600" b="1">
                <a:solidFill>
                  <a:srgbClr val="153E48"/>
                </a:solidFill>
                <a:latin typeface="Pretendard"/>
                <a:ea typeface="Pretendard"/>
                <a:cs typeface="Pretendard"/>
              </a:rPr>
              <a:t>같은 섬,</a:t>
            </a:r>
          </a:p>
          <a:p xmlns:a="http://schemas.openxmlformats.org/drawingml/2006/main">
            <a:pPr algn="l">
              <a:defRPr sz="3600" b="1">
                <a:solidFill>
                  <a:srgbClr val="153E48"/>
                </a:solidFill>
                <a:latin typeface="Pretendard"/>
                <a:ea typeface="Pretendard"/>
                <a:cs typeface="Pretendard"/>
              </a:defRPr>
            </a:pPr>
            <a:r>
              <a:rPr sz="3600" b="1">
                <a:solidFill>
                  <a:srgbClr val="153E48"/>
                </a:solidFill>
                <a:latin typeface="Pretendard"/>
                <a:ea typeface="Pretendard"/>
                <a:cs typeface="Pretendard"/>
              </a:rPr>
              <a:t>서로 다른 여행</a:t>
            </a:r>
          </a:p>
        </p:txBody>
      </p:sp>
      <p:sp>
        <p:nvSpPr>
          <p:cNvPr id="6" name="">
            <a:extLst xmlns:a="http://schemas.openxmlformats.org/drawingml/2006/main">
              <a:ext uri="{FF2B5EF4-FFF2-40B4-BE49-F238E27FC236}">
                <a16:creationId xmlns:a16="http://schemas.microsoft.com/office/drawing/2014/main" id="{74FDAC36-87E6-4510-97B3-461847F93C88}"/>
              </a:ext>
            </a:extLst>
          </p:cNvPr>
          <p:cNvSpPr>
            <a:spLocks xmlns:a="http://schemas.openxmlformats.org/drawingml/2006/main" noGrp="1"/>
          </p:cNvSpPr>
          <p:nvPr/>
        </p:nvSpPr>
        <p:spPr>
          <a:xfrm xmlns:a="http://schemas.openxmlformats.org/drawingml/2006/main">
            <a:off x="647700" y="4476750"/>
            <a:ext cx="4143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5747B"/>
                </a:solidFill>
                <a:latin typeface="Pretendard"/>
                <a:ea typeface="Pretendard"/>
                <a:cs typeface="Pretendard"/>
              </a:defRPr>
            </a:pPr>
            <a:r>
              <a:rPr sz="1875" b="0">
                <a:solidFill>
                  <a:srgbClr val="55747B"/>
                </a:solidFill>
                <a:latin typeface="Pretendard"/>
                <a:ea typeface="Pretendard"/>
                <a:cs typeface="Pretendard"/>
              </a:rPr>
              <a:t>울릉도와 독도를 여행하는 보드게임</a:t>
            </a:r>
          </a:p>
        </p:txBody>
      </p:sp>
      <p:sp>
        <p:nvSpPr>
          <p:cNvPr id="7" name="">
            <a:extLst xmlns:a="http://schemas.openxmlformats.org/drawingml/2006/main">
              <a:ext uri="{FF2B5EF4-FFF2-40B4-BE49-F238E27FC236}">
                <a16:creationId xmlns:a16="http://schemas.microsoft.com/office/drawing/2014/main" id="{60A44050-41B3-422E-9F5F-66F11EF7C30B}"/>
              </a:ext>
            </a:extLst>
          </p:cNvPr>
          <p:cNvSpPr>
            <a:spLocks xmlns:a="http://schemas.openxmlformats.org/drawingml/2006/main" noGrp="1"/>
          </p:cNvSpPr>
          <p:nvPr/>
        </p:nvSpPr>
        <p:spPr>
          <a:xfrm xmlns:a="http://schemas.openxmlformats.org/drawingml/2006/main">
            <a:off x="647700" y="5619750"/>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87986"/>
                </a:solidFill>
                <a:latin typeface="Pretendard"/>
                <a:ea typeface="Pretendard"/>
                <a:cs typeface="Pretendard"/>
              </a:defRPr>
            </a:pPr>
            <a:r>
              <a:rPr sz="2025" b="1">
                <a:solidFill>
                  <a:srgbClr val="087986"/>
                </a:solidFill>
                <a:latin typeface="Pretendard"/>
                <a:ea typeface="Pretendard"/>
                <a:cs typeface="Pretendard"/>
              </a:rPr>
              <a:t>4–8명  ·  7라운드</a:t>
            </a:r>
          </a:p>
        </p:txBody>
      </p:sp>
    </p:spTree>
    <p:extLst>
      <p:ext uri="{BB962C8B-B14F-4D97-AF65-F5344CB8AC3E}">
        <p14:creationId xmlns:p14="http://schemas.microsoft.com/office/powerpoint/2010/main" val="88898175"/>
      </p:ext>
    </p:extLst>
  </p:cSld>
</p:sld>
</file>

<file path=ppt/slides/slide2.xml><?xml version="1.0" encoding="utf-8"?>
<p:sld xmlns:p="http://schemas.openxmlformats.org/presentationml/2006/main">
  <p:cSld>
    <p:bg>
      <p:bgPr>
        <a:solidFill xmlns:a="http://schemas.openxmlformats.org/drawingml/2006/main">
          <a:srgbClr val="F8FA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4411422-D40D-42C2-9E1B-60C7DA6AFC86}"/>
              </a:ext>
            </a:extLst>
          </p:cNvPr>
          <p:cNvSpPr>
            <a:spLocks xmlns:a="http://schemas.openxmlformats.org/drawingml/2006/main" noGrp="1"/>
          </p:cNvSpPr>
          <p:nvPr/>
        </p:nvSpPr>
        <p:spPr>
          <a:xfrm xmlns:a="http://schemas.openxmlformats.org/drawingml/2006/main">
            <a:off x="609600" y="6391275"/>
            <a:ext cx="133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55747B"/>
                </a:solidFill>
                <a:latin typeface="Pretendard"/>
                <a:ea typeface="Pretendard"/>
                <a:cs typeface="Pretendard"/>
              </a:defRPr>
            </a:pPr>
            <a:r>
              <a:rPr sz="1200" b="1">
                <a:solidFill>
                  <a:srgbClr val="55747B"/>
                </a:solidFill>
                <a:latin typeface="Pretendard"/>
                <a:ea typeface="Pretendard"/>
                <a:cs typeface="Pretendard"/>
              </a:rPr>
              <a:t>울릉마블</a:t>
            </a:r>
          </a:p>
        </p:txBody>
      </p:sp>
      <p:sp>
        <p:nvSpPr>
          <p:cNvPr id="2" name="">
            <a:extLst xmlns:a="http://schemas.openxmlformats.org/drawingml/2006/main">
              <a:ext uri="{FF2B5EF4-FFF2-40B4-BE49-F238E27FC236}">
                <a16:creationId xmlns:a16="http://schemas.microsoft.com/office/drawing/2014/main" id="{72D75D74-0A78-4E39-BFEE-D2C2FBE066E3}"/>
              </a:ext>
            </a:extLst>
          </p:cNvPr>
          <p:cNvSpPr>
            <a:spLocks xmlns:a="http://schemas.openxmlformats.org/drawingml/2006/main" noGrp="1"/>
          </p:cNvSpPr>
          <p:nvPr/>
        </p:nvSpPr>
        <p:spPr>
          <a:xfrm xmlns:a="http://schemas.openxmlformats.org/drawingml/2006/main">
            <a:off x="11029950" y="639127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5747B"/>
                </a:solidFill>
                <a:latin typeface="Pretendard"/>
                <a:ea typeface="Pretendard"/>
                <a:cs typeface="Pretendard"/>
              </a:defRPr>
            </a:pPr>
            <a:r>
              <a:rPr sz="1200" b="0">
                <a:solidFill>
                  <a:srgbClr val="55747B"/>
                </a:solidFill>
                <a:latin typeface="Pretendard"/>
                <a:ea typeface="Pretendard"/>
                <a:cs typeface="Pretendard"/>
              </a:rPr>
              <a:t>02</a:t>
            </a:r>
          </a:p>
        </p:txBody>
      </p:sp>
      <p:sp>
        <p:nvSpPr>
          <p:cNvPr id="3" name="">
            <a:extLst xmlns:a="http://schemas.openxmlformats.org/drawingml/2006/main">
              <a:ext uri="{FF2B5EF4-FFF2-40B4-BE49-F238E27FC236}">
                <a16:creationId xmlns:a16="http://schemas.microsoft.com/office/drawing/2014/main" id="{F7563DBD-0F6F-4E3F-8436-40C560030554}"/>
              </a:ext>
            </a:extLst>
          </p:cNvPr>
          <p:cNvSpPr>
            <a:spLocks xmlns:a="http://schemas.openxmlformats.org/drawingml/2006/main" noGrp="1"/>
          </p:cNvSpPr>
          <p:nvPr/>
        </p:nvSpPr>
        <p:spPr>
          <a:xfrm xmlns:a="http://schemas.openxmlformats.org/drawingml/2006/main">
            <a:off x="609600" y="514350"/>
            <a:ext cx="10972800" cy="1095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525" b="1">
                <a:solidFill>
                  <a:srgbClr val="153E48"/>
                </a:solidFill>
                <a:latin typeface="Pretendard"/>
                <a:ea typeface="Pretendard"/>
                <a:cs typeface="Pretendard"/>
              </a:defRPr>
            </a:pPr>
            <a:r>
              <a:t>내가 고른 여행이 점수가 됩니다</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b44875ff39d4341"/>
          <a:stretch xmlns:a="http://schemas.openxmlformats.org/drawingml/2006/main"/>
        </p:blipFill>
        <p:spPr>
          <a:xfrm xmlns:a="http://schemas.openxmlformats.org/drawingml/2006/main">
            <a:off x="4857750" y="1678559"/>
            <a:ext cx="6724650" cy="4348607"/>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48E02C7-5690-4990-81CE-DFBC3A51F191}"/>
              </a:ext>
            </a:extLst>
          </p:cNvPr>
          <p:cNvSpPr>
            <a:spLocks xmlns:a="http://schemas.openxmlformats.org/drawingml/2006/main" noGrp="1"/>
          </p:cNvSpPr>
          <p:nvPr/>
        </p:nvSpPr>
        <p:spPr>
          <a:xfrm xmlns:a="http://schemas.openxmlformats.org/drawingml/2006/main">
            <a:off x="609600" y="1828800"/>
            <a:ext cx="4000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53E48"/>
                </a:solidFill>
                <a:latin typeface="Pretendard"/>
                <a:ea typeface="Pretendard"/>
                <a:cs typeface="Pretendard"/>
              </a:defRPr>
            </a:pPr>
            <a:r>
              <a:rPr sz="2625" b="1">
                <a:solidFill>
                  <a:srgbClr val="153E48"/>
                </a:solidFill>
                <a:latin typeface="Pretendard"/>
                <a:ea typeface="Pretendard"/>
                <a:cs typeface="Pretendard"/>
              </a:rPr>
              <a:t>여덟 여행자 중</a:t>
            </a:r>
          </a:p>
          <a:p xmlns:a="http://schemas.openxmlformats.org/drawingml/2006/main">
            <a:pPr algn="l">
              <a:defRPr sz="2625" b="1">
                <a:solidFill>
                  <a:srgbClr val="153E48"/>
                </a:solidFill>
                <a:latin typeface="Pretendard"/>
                <a:ea typeface="Pretendard"/>
                <a:cs typeface="Pretendard"/>
              </a:defRPr>
            </a:pPr>
            <a:r>
              <a:rPr sz="2625" b="1">
                <a:solidFill>
                  <a:srgbClr val="153E48"/>
                </a:solidFill>
                <a:latin typeface="Pretendard"/>
                <a:ea typeface="Pretendard"/>
                <a:cs typeface="Pretendard"/>
              </a:rPr>
              <a:t>한 사람으로 떠납니다</a:t>
            </a:r>
          </a:p>
        </p:txBody>
      </p:sp>
      <p:sp>
        <p:nvSpPr>
          <p:cNvPr id="6" name="">
            <a:extLst xmlns:a="http://schemas.openxmlformats.org/drawingml/2006/main">
              <a:ext uri="{FF2B5EF4-FFF2-40B4-BE49-F238E27FC236}">
                <a16:creationId xmlns:a16="http://schemas.microsoft.com/office/drawing/2014/main" id="{C467F993-046A-40BC-8023-9B20548A7842}"/>
              </a:ext>
            </a:extLst>
          </p:cNvPr>
          <p:cNvSpPr>
            <a:spLocks xmlns:a="http://schemas.openxmlformats.org/drawingml/2006/main" noGrp="1"/>
          </p:cNvSpPr>
          <p:nvPr/>
        </p:nvSpPr>
        <p:spPr>
          <a:xfrm xmlns:a="http://schemas.openxmlformats.org/drawingml/2006/main">
            <a:off x="609600" y="3114675"/>
            <a:ext cx="3924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5747B"/>
                </a:solidFill>
                <a:latin typeface="Pretendard"/>
                <a:ea typeface="Pretendard"/>
                <a:cs typeface="Pretendard"/>
              </a:defRPr>
            </a:pPr>
            <a:r>
              <a:rPr sz="2100" b="0">
                <a:solidFill>
                  <a:srgbClr val="55747B"/>
                </a:solidFill>
                <a:latin typeface="Pretendard"/>
                <a:ea typeface="Pretendard"/>
                <a:cs typeface="Pretendard"/>
              </a:rPr>
              <a:t>가고 싶은 곳에 멈추고,</a:t>
            </a:r>
          </a:p>
          <a:p xmlns:a="http://schemas.openxmlformats.org/drawingml/2006/main">
            <a:pPr algn="l">
              <a:defRPr sz="2100" b="0">
                <a:solidFill>
                  <a:srgbClr val="55747B"/>
                </a:solidFill>
                <a:latin typeface="Pretendard"/>
                <a:ea typeface="Pretendard"/>
                <a:cs typeface="Pretendard"/>
              </a:defRPr>
            </a:pPr>
            <a:r>
              <a:rPr sz="2100" b="0">
                <a:solidFill>
                  <a:srgbClr val="55747B"/>
                </a:solidFill>
                <a:latin typeface="Pretendard"/>
                <a:ea typeface="Pretendard"/>
                <a:cs typeface="Pretendard"/>
              </a:rPr>
              <a:t>그곳에서 만난 선택에 답합니다.</a:t>
            </a:r>
          </a:p>
        </p:txBody>
      </p:sp>
      <p:sp>
        <p:nvSpPr>
          <p:cNvPr id="7" name="">
            <a:extLst xmlns:a="http://schemas.openxmlformats.org/drawingml/2006/main">
              <a:ext uri="{FF2B5EF4-FFF2-40B4-BE49-F238E27FC236}">
                <a16:creationId xmlns:a16="http://schemas.microsoft.com/office/drawing/2014/main" id="{D5C24515-2A01-437E-8D78-671C92C746CE}"/>
              </a:ext>
            </a:extLst>
          </p:cNvPr>
          <p:cNvSpPr>
            <a:spLocks xmlns:a="http://schemas.openxmlformats.org/drawingml/2006/main" noGrp="1"/>
          </p:cNvSpPr>
          <p:nvPr/>
        </p:nvSpPr>
        <p:spPr>
          <a:xfrm xmlns:a="http://schemas.openxmlformats.org/drawingml/2006/main">
            <a:off x="609600" y="4229100"/>
            <a:ext cx="39909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5747B"/>
                </a:solidFill>
                <a:latin typeface="Pretendard"/>
                <a:ea typeface="Pretendard"/>
                <a:cs typeface="Pretendard"/>
              </a:defRPr>
            </a:pPr>
            <a:r>
              <a:rPr sz="2100" b="0">
                <a:solidFill>
                  <a:srgbClr val="55747B"/>
                </a:solidFill>
                <a:latin typeface="Pretendard"/>
                <a:ea typeface="Pretendard"/>
                <a:cs typeface="Pretendard"/>
              </a:rPr>
              <a:t>풍경과 체험, 미식을 모으며</a:t>
            </a:r>
          </a:p>
          <a:p xmlns:a="http://schemas.openxmlformats.org/drawingml/2006/main">
            <a:pPr algn="l">
              <a:defRPr sz="2100" b="0">
                <a:solidFill>
                  <a:srgbClr val="55747B"/>
                </a:solidFill>
                <a:latin typeface="Pretendard"/>
                <a:ea typeface="Pretendard"/>
                <a:cs typeface="Pretendard"/>
              </a:defRPr>
            </a:pPr>
            <a:r>
              <a:rPr sz="2100" b="0">
                <a:solidFill>
                  <a:srgbClr val="55747B"/>
                </a:solidFill>
                <a:latin typeface="Pretendard"/>
                <a:ea typeface="Pretendard"/>
                <a:cs typeface="Pretendard"/>
              </a:rPr>
              <a:t>내 여행 목표를 완성하세요.</a:t>
            </a:r>
          </a:p>
        </p:txBody>
      </p:sp>
      <p:sp>
        <p:nvSpPr>
          <p:cNvPr id="8" name="">
            <a:extLst xmlns:a="http://schemas.openxmlformats.org/drawingml/2006/main">
              <a:ext uri="{FF2B5EF4-FFF2-40B4-BE49-F238E27FC236}">
                <a16:creationId xmlns:a16="http://schemas.microsoft.com/office/drawing/2014/main" id="{C11BB542-E0F9-4612-90DD-3AB234FE69A8}"/>
              </a:ext>
            </a:extLst>
          </p:cNvPr>
          <p:cNvSpPr>
            <a:spLocks xmlns:a="http://schemas.openxmlformats.org/drawingml/2006/main" noGrp="1"/>
          </p:cNvSpPr>
          <p:nvPr/>
        </p:nvSpPr>
        <p:spPr>
          <a:xfrm xmlns:a="http://schemas.openxmlformats.org/drawingml/2006/main">
            <a:off x="609600" y="5400675"/>
            <a:ext cx="4152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87986"/>
                </a:solidFill>
                <a:latin typeface="Pretendard"/>
                <a:ea typeface="Pretendard"/>
                <a:cs typeface="Pretendard"/>
              </a:defRPr>
            </a:pPr>
            <a:r>
              <a:rPr sz="1725" b="1">
                <a:solidFill>
                  <a:srgbClr val="087986"/>
                </a:solidFill>
                <a:latin typeface="Pretendard"/>
                <a:ea typeface="Pretendard"/>
                <a:cs typeface="Pretendard"/>
              </a:rPr>
              <a:t>모두 7라운드를 마치면,</a:t>
            </a:r>
          </a:p>
          <a:p xmlns:a="http://schemas.openxmlformats.org/drawingml/2006/main">
            <a:pPr algn="l">
              <a:defRPr sz="1725" b="1">
                <a:solidFill>
                  <a:srgbClr val="087986"/>
                </a:solidFill>
                <a:latin typeface="Pretendard"/>
                <a:ea typeface="Pretendard"/>
                <a:cs typeface="Pretendard"/>
              </a:defRPr>
            </a:pPr>
            <a:r>
              <a:rPr sz="1725" b="1">
                <a:solidFill>
                  <a:srgbClr val="087986"/>
                </a:solidFill>
                <a:latin typeface="Pretendard"/>
                <a:ea typeface="Pretendard"/>
                <a:cs typeface="Pretendard"/>
              </a:rPr>
              <a:t>가장 높은 점수를 얻은 여행자가 승리합니다.</a:t>
            </a:r>
          </a:p>
        </p:txBody>
      </p:sp>
    </p:spTree>
    <p:extLst>
      <p:ext uri="{BB962C8B-B14F-4D97-AF65-F5344CB8AC3E}">
        <p14:creationId xmlns:p14="http://schemas.microsoft.com/office/powerpoint/2010/main" val="1827195598"/>
      </p:ext>
    </p:extLst>
  </p:cSld>
</p:sld>
</file>

<file path=ppt/slides/slide3.xml><?xml version="1.0" encoding="utf-8"?>
<p:sld xmlns:p="http://schemas.openxmlformats.org/presentationml/2006/main">
  <p:cSld>
    <p:bg>
      <p:bgPr>
        <a:solidFill xmlns:a="http://schemas.openxmlformats.org/drawingml/2006/main">
          <a:srgbClr val="F8FAF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BB3A7F2-928E-434F-9749-8D4CCEDAFD35}"/>
              </a:ext>
            </a:extLst>
          </p:cNvPr>
          <p:cNvSpPr>
            <a:spLocks xmlns:a="http://schemas.openxmlformats.org/drawingml/2006/main" noGrp="1"/>
          </p:cNvSpPr>
          <p:nvPr/>
        </p:nvSpPr>
        <p:spPr>
          <a:xfrm xmlns:a="http://schemas.openxmlformats.org/drawingml/2006/main">
            <a:off x="609600" y="6391275"/>
            <a:ext cx="133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55747B"/>
                </a:solidFill>
                <a:latin typeface="Pretendard"/>
                <a:ea typeface="Pretendard"/>
                <a:cs typeface="Pretendard"/>
              </a:defRPr>
            </a:pPr>
            <a:r>
              <a:rPr sz="1200" b="1">
                <a:solidFill>
                  <a:srgbClr val="55747B"/>
                </a:solidFill>
                <a:latin typeface="Pretendard"/>
                <a:ea typeface="Pretendard"/>
                <a:cs typeface="Pretendard"/>
              </a:rPr>
              <a:t>울릉마블</a:t>
            </a:r>
          </a:p>
        </p:txBody>
      </p:sp>
      <p:sp>
        <p:nvSpPr>
          <p:cNvPr id="2" name="">
            <a:extLst xmlns:a="http://schemas.openxmlformats.org/drawingml/2006/main">
              <a:ext uri="{FF2B5EF4-FFF2-40B4-BE49-F238E27FC236}">
                <a16:creationId xmlns:a16="http://schemas.microsoft.com/office/drawing/2014/main" id="{93A35CD7-3600-4901-8BAB-42EAACFC4447}"/>
              </a:ext>
            </a:extLst>
          </p:cNvPr>
          <p:cNvSpPr>
            <a:spLocks xmlns:a="http://schemas.openxmlformats.org/drawingml/2006/main" noGrp="1"/>
          </p:cNvSpPr>
          <p:nvPr/>
        </p:nvSpPr>
        <p:spPr>
          <a:xfrm xmlns:a="http://schemas.openxmlformats.org/drawingml/2006/main">
            <a:off x="11029950" y="639127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5747B"/>
                </a:solidFill>
                <a:latin typeface="Pretendard"/>
                <a:ea typeface="Pretendard"/>
                <a:cs typeface="Pretendard"/>
              </a:defRPr>
            </a:pPr>
            <a:r>
              <a:rPr sz="1200" b="0">
                <a:solidFill>
                  <a:srgbClr val="55747B"/>
                </a:solidFill>
                <a:latin typeface="Pretendard"/>
                <a:ea typeface="Pretendard"/>
                <a:cs typeface="Pretendard"/>
              </a:rPr>
              <a:t>03</a:t>
            </a:r>
          </a:p>
        </p:txBody>
      </p:sp>
      <p:sp>
        <p:nvSpPr>
          <p:cNvPr id="3" name="">
            <a:extLst xmlns:a="http://schemas.openxmlformats.org/drawingml/2006/main">
              <a:ext uri="{FF2B5EF4-FFF2-40B4-BE49-F238E27FC236}">
                <a16:creationId xmlns:a16="http://schemas.microsoft.com/office/drawing/2014/main" id="{8DCFB9AE-9D49-4C90-9B1D-FA7312A1B5E1}"/>
              </a:ext>
            </a:extLst>
          </p:cNvPr>
          <p:cNvSpPr>
            <a:spLocks xmlns:a="http://schemas.openxmlformats.org/drawingml/2006/main" noGrp="1"/>
          </p:cNvSpPr>
          <p:nvPr/>
        </p:nvSpPr>
        <p:spPr>
          <a:xfrm xmlns:a="http://schemas.openxmlformats.org/drawingml/2006/main">
            <a:off x="609600" y="514350"/>
            <a:ext cx="10972800" cy="1095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525" b="1">
                <a:solidFill>
                  <a:srgbClr val="153E48"/>
                </a:solidFill>
                <a:latin typeface="Pretendard"/>
                <a:ea typeface="Pretendard"/>
                <a:cs typeface="Pretendard"/>
              </a:defRPr>
            </a:pPr>
            <a:r>
              <a:t>여행자를 고르면, 가고 싶은 곳도 달라집니다</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8fd90026e47d40b4"/>
          <a:srcRect xmlns:a="http://schemas.openxmlformats.org/drawingml/2006/main" l="5755" t="0" r="5755" b="0"/>
          <a:stretch xmlns:a="http://schemas.openxmlformats.org/drawingml/2006/main">
            <a:fillRect l="0" t="0" r="0" b="0"/>
          </a:stretch>
        </p:blipFill>
        <p:spPr>
          <a:xfrm xmlns:a="http://schemas.openxmlformats.org/drawingml/2006/main">
            <a:off x="1228725" y="1600200"/>
            <a:ext cx="2343150" cy="26479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00F22CC-3300-41A7-B5DD-C02AFC28A36F}"/>
              </a:ext>
            </a:extLst>
          </p:cNvPr>
          <p:cNvSpPr>
            <a:spLocks xmlns:a="http://schemas.openxmlformats.org/drawingml/2006/main" noGrp="1"/>
          </p:cNvSpPr>
          <p:nvPr/>
        </p:nvSpPr>
        <p:spPr>
          <a:xfrm xmlns:a="http://schemas.openxmlformats.org/drawingml/2006/main">
            <a:off x="609600" y="4457700"/>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53E48"/>
                </a:solidFill>
                <a:latin typeface="Pretendard"/>
                <a:ea typeface="Pretendard"/>
                <a:cs typeface="Pretendard"/>
              </a:defRPr>
            </a:pPr>
            <a:r>
              <a:rPr sz="2325" b="1">
                <a:solidFill>
                  <a:srgbClr val="153E48"/>
                </a:solidFill>
                <a:latin typeface="Pretendard"/>
                <a:ea typeface="Pretendard"/>
                <a:cs typeface="Pretendard"/>
              </a:rPr>
              <a:t>정하린</a:t>
            </a:r>
          </a:p>
        </p:txBody>
      </p:sp>
      <p:sp>
        <p:nvSpPr>
          <p:cNvPr id="6" name="">
            <a:extLst xmlns:a="http://schemas.openxmlformats.org/drawingml/2006/main">
              <a:ext uri="{FF2B5EF4-FFF2-40B4-BE49-F238E27FC236}">
                <a16:creationId xmlns:a16="http://schemas.microsoft.com/office/drawing/2014/main" id="{37FF896B-F067-4EB0-9F6C-3F1EA9267FE2}"/>
              </a:ext>
            </a:extLst>
          </p:cNvPr>
          <p:cNvSpPr>
            <a:spLocks xmlns:a="http://schemas.openxmlformats.org/drawingml/2006/main" noGrp="1"/>
          </p:cNvSpPr>
          <p:nvPr/>
        </p:nvSpPr>
        <p:spPr>
          <a:xfrm xmlns:a="http://schemas.openxmlformats.org/drawingml/2006/main">
            <a:off x="609600" y="486727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5747B"/>
                </a:solidFill>
                <a:latin typeface="Pretendard"/>
                <a:ea typeface="Pretendard"/>
                <a:cs typeface="Pretendard"/>
              </a:defRPr>
            </a:pPr>
            <a:r>
              <a:rPr sz="1650" b="0">
                <a:solidFill>
                  <a:srgbClr val="55747B"/>
                </a:solidFill>
                <a:latin typeface="Pretendard"/>
                <a:ea typeface="Pretendard"/>
                <a:cs typeface="Pretendard"/>
              </a:rPr>
              <a:t>첫 직장을 앞둔 여행자</a:t>
            </a:r>
          </a:p>
        </p:txBody>
      </p:sp>
      <p:sp>
        <p:nvSpPr>
          <p:cNvPr id="7" name="">
            <a:extLst xmlns:a="http://schemas.openxmlformats.org/drawingml/2006/main">
              <a:ext uri="{FF2B5EF4-FFF2-40B4-BE49-F238E27FC236}">
                <a16:creationId xmlns:a16="http://schemas.microsoft.com/office/drawing/2014/main" id="{D92C9C6F-2EA9-4E21-957E-C28CEF25CB59}"/>
              </a:ext>
            </a:extLst>
          </p:cNvPr>
          <p:cNvSpPr>
            <a:spLocks xmlns:a="http://schemas.openxmlformats.org/drawingml/2006/main" noGrp="1"/>
          </p:cNvSpPr>
          <p:nvPr/>
        </p:nvSpPr>
        <p:spPr>
          <a:xfrm xmlns:a="http://schemas.openxmlformats.org/drawingml/2006/main">
            <a:off x="609600" y="5305425"/>
            <a:ext cx="342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87986"/>
                </a:solidFill>
                <a:latin typeface="Pretendard"/>
                <a:ea typeface="Pretendard"/>
                <a:cs typeface="Pretendard"/>
              </a:defRPr>
            </a:pPr>
            <a:r>
              <a:rPr sz="1950" b="1">
                <a:solidFill>
                  <a:srgbClr val="087986"/>
                </a:solidFill>
                <a:latin typeface="Pretendard"/>
                <a:ea typeface="Pretendard"/>
                <a:cs typeface="Pretendard"/>
              </a:rPr>
              <a:t>이번에는 내가 정한 길로</a:t>
            </a:r>
          </a:p>
        </p:txBody>
      </p:sp>
      <p:sp>
        <p:nvSpPr>
          <p:cNvPr id="8" name="">
            <a:extLst xmlns:a="http://schemas.openxmlformats.org/drawingml/2006/main">
              <a:ext uri="{FF2B5EF4-FFF2-40B4-BE49-F238E27FC236}">
                <a16:creationId xmlns:a16="http://schemas.microsoft.com/office/drawing/2014/main" id="{17363A0F-FABE-4AD0-B07B-29808A568E83}"/>
              </a:ext>
            </a:extLst>
          </p:cNvPr>
          <p:cNvSpPr>
            <a:spLocks xmlns:a="http://schemas.openxmlformats.org/drawingml/2006/main" noGrp="1"/>
          </p:cNvSpPr>
          <p:nvPr/>
        </p:nvSpPr>
        <p:spPr>
          <a:xfrm xmlns:a="http://schemas.openxmlformats.org/drawingml/2006/main">
            <a:off x="609600" y="5715000"/>
            <a:ext cx="342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5747B"/>
                </a:solidFill>
                <a:latin typeface="Pretendard"/>
                <a:ea typeface="Pretendard"/>
                <a:cs typeface="Pretendard"/>
              </a:defRPr>
            </a:pPr>
            <a:r>
              <a:rPr sz="1725" b="0">
                <a:solidFill>
                  <a:srgbClr val="55747B"/>
                </a:solidFill>
                <a:latin typeface="Pretendard"/>
                <a:ea typeface="Pretendard"/>
                <a:cs typeface="Pretendard"/>
              </a:rPr>
              <a:t>네 권역 이상을 방문하고</a:t>
            </a:r>
          </a:p>
          <a:p xmlns:a="http://schemas.openxmlformats.org/drawingml/2006/main">
            <a:pPr algn="l">
              <a:defRPr sz="1725" b="0">
                <a:solidFill>
                  <a:srgbClr val="55747B"/>
                </a:solidFill>
                <a:latin typeface="Pretendard"/>
                <a:ea typeface="Pretendard"/>
                <a:cs typeface="Pretendard"/>
              </a:defRPr>
            </a:pPr>
            <a:r>
              <a:rPr sz="1725" b="0">
                <a:solidFill>
                  <a:srgbClr val="55747B"/>
                </a:solidFill>
                <a:latin typeface="Pretendard"/>
                <a:ea typeface="Pretendard"/>
                <a:cs typeface="Pretendard"/>
              </a:rPr>
              <a:t>내 코스 세 곳을 찾아갑니다.</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f0c12e83e7b74170"/>
          <a:srcRect xmlns:a="http://schemas.openxmlformats.org/drawingml/2006/main" l="5755" t="0" r="5755" b="0"/>
          <a:stretch xmlns:a="http://schemas.openxmlformats.org/drawingml/2006/main">
            <a:fillRect l="0" t="0" r="0" b="0"/>
          </a:stretch>
        </p:blipFill>
        <p:spPr>
          <a:xfrm xmlns:a="http://schemas.openxmlformats.org/drawingml/2006/main">
            <a:off x="4962525" y="1600200"/>
            <a:ext cx="2343150" cy="26479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C58E56C0-346B-4210-AF54-5470A4B10C61}"/>
              </a:ext>
            </a:extLst>
          </p:cNvPr>
          <p:cNvSpPr>
            <a:spLocks xmlns:a="http://schemas.openxmlformats.org/drawingml/2006/main" noGrp="1"/>
          </p:cNvSpPr>
          <p:nvPr/>
        </p:nvSpPr>
        <p:spPr>
          <a:xfrm xmlns:a="http://schemas.openxmlformats.org/drawingml/2006/main">
            <a:off x="4343400" y="4457700"/>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53E48"/>
                </a:solidFill>
                <a:latin typeface="Pretendard"/>
                <a:ea typeface="Pretendard"/>
                <a:cs typeface="Pretendard"/>
              </a:defRPr>
            </a:pPr>
            <a:r>
              <a:rPr sz="2325" b="1">
                <a:solidFill>
                  <a:srgbClr val="153E48"/>
                </a:solidFill>
                <a:latin typeface="Pretendard"/>
                <a:ea typeface="Pretendard"/>
                <a:cs typeface="Pretendard"/>
              </a:rPr>
              <a:t>김수진</a:t>
            </a:r>
          </a:p>
        </p:txBody>
      </p:sp>
      <p:sp>
        <p:nvSpPr>
          <p:cNvPr id="11" name="">
            <a:extLst xmlns:a="http://schemas.openxmlformats.org/drawingml/2006/main">
              <a:ext uri="{FF2B5EF4-FFF2-40B4-BE49-F238E27FC236}">
                <a16:creationId xmlns:a16="http://schemas.microsoft.com/office/drawing/2014/main" id="{7040669E-23A4-4A32-BD23-629B3B0254CD}"/>
              </a:ext>
            </a:extLst>
          </p:cNvPr>
          <p:cNvSpPr>
            <a:spLocks xmlns:a="http://schemas.openxmlformats.org/drawingml/2006/main" noGrp="1"/>
          </p:cNvSpPr>
          <p:nvPr/>
        </p:nvSpPr>
        <p:spPr>
          <a:xfrm xmlns:a="http://schemas.openxmlformats.org/drawingml/2006/main">
            <a:off x="4343400" y="486727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5747B"/>
                </a:solidFill>
                <a:latin typeface="Pretendard"/>
                <a:ea typeface="Pretendard"/>
                <a:cs typeface="Pretendard"/>
              </a:defRPr>
            </a:pPr>
            <a:r>
              <a:rPr sz="1650" b="0">
                <a:solidFill>
                  <a:srgbClr val="55747B"/>
                </a:solidFill>
                <a:latin typeface="Pretendard"/>
                <a:ea typeface="Pretendard"/>
                <a:cs typeface="Pretendard"/>
              </a:rPr>
              <a:t>휴가를 얻은 간호사</a:t>
            </a:r>
          </a:p>
        </p:txBody>
      </p:sp>
      <p:sp>
        <p:nvSpPr>
          <p:cNvPr id="12" name="">
            <a:extLst xmlns:a="http://schemas.openxmlformats.org/drawingml/2006/main">
              <a:ext uri="{FF2B5EF4-FFF2-40B4-BE49-F238E27FC236}">
                <a16:creationId xmlns:a16="http://schemas.microsoft.com/office/drawing/2014/main" id="{B0F067C5-9213-4D22-A95F-70DDF6138148}"/>
              </a:ext>
            </a:extLst>
          </p:cNvPr>
          <p:cNvSpPr>
            <a:spLocks xmlns:a="http://schemas.openxmlformats.org/drawingml/2006/main" noGrp="1"/>
          </p:cNvSpPr>
          <p:nvPr/>
        </p:nvSpPr>
        <p:spPr>
          <a:xfrm xmlns:a="http://schemas.openxmlformats.org/drawingml/2006/main">
            <a:off x="4343400" y="5305425"/>
            <a:ext cx="342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87986"/>
                </a:solidFill>
                <a:latin typeface="Pretendard"/>
                <a:ea typeface="Pretendard"/>
                <a:cs typeface="Pretendard"/>
              </a:defRPr>
            </a:pPr>
            <a:r>
              <a:rPr sz="1950" b="1">
                <a:solidFill>
                  <a:srgbClr val="087986"/>
                </a:solidFill>
                <a:latin typeface="Pretendard"/>
                <a:ea typeface="Pretendard"/>
                <a:cs typeface="Pretendard"/>
              </a:rPr>
              <a:t>무리하지 않고 오래 걷기</a:t>
            </a:r>
          </a:p>
        </p:txBody>
      </p:sp>
      <p:sp>
        <p:nvSpPr>
          <p:cNvPr id="13" name="">
            <a:extLst xmlns:a="http://schemas.openxmlformats.org/drawingml/2006/main">
              <a:ext uri="{FF2B5EF4-FFF2-40B4-BE49-F238E27FC236}">
                <a16:creationId xmlns:a16="http://schemas.microsoft.com/office/drawing/2014/main" id="{36CBE2F6-349D-470B-A462-A324BBE92958}"/>
              </a:ext>
            </a:extLst>
          </p:cNvPr>
          <p:cNvSpPr>
            <a:spLocks xmlns:a="http://schemas.openxmlformats.org/drawingml/2006/main" noGrp="1"/>
          </p:cNvSpPr>
          <p:nvPr/>
        </p:nvSpPr>
        <p:spPr>
          <a:xfrm xmlns:a="http://schemas.openxmlformats.org/drawingml/2006/main">
            <a:off x="4343400" y="5715000"/>
            <a:ext cx="342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5747B"/>
                </a:solidFill>
                <a:latin typeface="Pretendard"/>
                <a:ea typeface="Pretendard"/>
                <a:cs typeface="Pretendard"/>
              </a:defRPr>
            </a:pPr>
            <a:r>
              <a:rPr sz="1725" b="0">
                <a:solidFill>
                  <a:srgbClr val="55747B"/>
                </a:solidFill>
                <a:latin typeface="Pretendard"/>
                <a:ea typeface="Pretendard"/>
                <a:cs typeface="Pretendard"/>
              </a:rPr>
              <a:t>코스를 완성하면서도</a:t>
            </a:r>
          </a:p>
          <a:p xmlns:a="http://schemas.openxmlformats.org/drawingml/2006/main">
            <a:pPr algn="l">
              <a:defRPr sz="1725" b="0">
                <a:solidFill>
                  <a:srgbClr val="55747B"/>
                </a:solidFill>
                <a:latin typeface="Pretendard"/>
                <a:ea typeface="Pretendard"/>
                <a:cs typeface="Pretendard"/>
              </a:defRPr>
            </a:pPr>
            <a:r>
              <a:rPr sz="1725" b="0">
                <a:solidFill>
                  <a:srgbClr val="55747B"/>
                </a:solidFill>
                <a:latin typeface="Pretendard"/>
                <a:ea typeface="Pretendard"/>
                <a:cs typeface="Pretendard"/>
              </a:rPr>
              <a:t>피로를 적게 남기고 싶습니다.</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186a64e87f624db1"/>
          <a:srcRect xmlns:a="http://schemas.openxmlformats.org/drawingml/2006/main" l="5755" t="0" r="5755" b="0"/>
          <a:stretch xmlns:a="http://schemas.openxmlformats.org/drawingml/2006/main">
            <a:fillRect l="0" t="0" r="0" b="0"/>
          </a:stretch>
        </p:blipFill>
        <p:spPr>
          <a:xfrm xmlns:a="http://schemas.openxmlformats.org/drawingml/2006/main">
            <a:off x="8696325" y="1600200"/>
            <a:ext cx="2343150" cy="26479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C9C20428-D79A-4785-8B6A-E6B665AD4443}"/>
              </a:ext>
            </a:extLst>
          </p:cNvPr>
          <p:cNvSpPr>
            <a:spLocks xmlns:a="http://schemas.openxmlformats.org/drawingml/2006/main" noGrp="1"/>
          </p:cNvSpPr>
          <p:nvPr/>
        </p:nvSpPr>
        <p:spPr>
          <a:xfrm xmlns:a="http://schemas.openxmlformats.org/drawingml/2006/main">
            <a:off x="8077200" y="4457700"/>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53E48"/>
                </a:solidFill>
                <a:latin typeface="Pretendard"/>
                <a:ea typeface="Pretendard"/>
                <a:cs typeface="Pretendard"/>
              </a:defRPr>
            </a:pPr>
            <a:r>
              <a:rPr sz="2325" b="1">
                <a:solidFill>
                  <a:srgbClr val="153E48"/>
                </a:solidFill>
                <a:latin typeface="Pretendard"/>
                <a:ea typeface="Pretendard"/>
                <a:cs typeface="Pretendard"/>
              </a:rPr>
              <a:t>박영호</a:t>
            </a:r>
          </a:p>
        </p:txBody>
      </p:sp>
      <p:sp>
        <p:nvSpPr>
          <p:cNvPr id="16" name="">
            <a:extLst xmlns:a="http://schemas.openxmlformats.org/drawingml/2006/main">
              <a:ext uri="{FF2B5EF4-FFF2-40B4-BE49-F238E27FC236}">
                <a16:creationId xmlns:a16="http://schemas.microsoft.com/office/drawing/2014/main" id="{9659A08F-56B1-4475-A96C-D88BE999B838}"/>
              </a:ext>
            </a:extLst>
          </p:cNvPr>
          <p:cNvSpPr>
            <a:spLocks xmlns:a="http://schemas.openxmlformats.org/drawingml/2006/main" noGrp="1"/>
          </p:cNvSpPr>
          <p:nvPr/>
        </p:nvSpPr>
        <p:spPr>
          <a:xfrm xmlns:a="http://schemas.openxmlformats.org/drawingml/2006/main">
            <a:off x="8077200" y="486727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5747B"/>
                </a:solidFill>
                <a:latin typeface="Pretendard"/>
                <a:ea typeface="Pretendard"/>
                <a:cs typeface="Pretendard"/>
              </a:defRPr>
            </a:pPr>
            <a:r>
              <a:rPr sz="1650" b="0">
                <a:solidFill>
                  <a:srgbClr val="55747B"/>
                </a:solidFill>
                <a:latin typeface="Pretendard"/>
                <a:ea typeface="Pretendard"/>
                <a:cs typeface="Pretendard"/>
              </a:rPr>
              <a:t>동네 빵집 사장</a:t>
            </a:r>
          </a:p>
        </p:txBody>
      </p:sp>
      <p:sp>
        <p:nvSpPr>
          <p:cNvPr id="17" name="">
            <a:extLst xmlns:a="http://schemas.openxmlformats.org/drawingml/2006/main">
              <a:ext uri="{FF2B5EF4-FFF2-40B4-BE49-F238E27FC236}">
                <a16:creationId xmlns:a16="http://schemas.microsoft.com/office/drawing/2014/main" id="{F3BF76A3-C20C-4FEE-8203-0A85FF08DBB1}"/>
              </a:ext>
            </a:extLst>
          </p:cNvPr>
          <p:cNvSpPr>
            <a:spLocks xmlns:a="http://schemas.openxmlformats.org/drawingml/2006/main" noGrp="1"/>
          </p:cNvSpPr>
          <p:nvPr/>
        </p:nvSpPr>
        <p:spPr>
          <a:xfrm xmlns:a="http://schemas.openxmlformats.org/drawingml/2006/main">
            <a:off x="8077200" y="5305425"/>
            <a:ext cx="342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87986"/>
                </a:solidFill>
                <a:latin typeface="Pretendard"/>
                <a:ea typeface="Pretendard"/>
                <a:cs typeface="Pretendard"/>
              </a:defRPr>
            </a:pPr>
            <a:r>
              <a:rPr sz="1950" b="1">
                <a:solidFill>
                  <a:srgbClr val="087986"/>
                </a:solidFill>
                <a:latin typeface="Pretendard"/>
                <a:ea typeface="Pretendard"/>
                <a:cs typeface="Pretendard"/>
              </a:rPr>
              <a:t>섬에서 맛본 것을 기억하기</a:t>
            </a:r>
          </a:p>
        </p:txBody>
      </p:sp>
      <p:sp>
        <p:nvSpPr>
          <p:cNvPr id="18" name="">
            <a:extLst xmlns:a="http://schemas.openxmlformats.org/drawingml/2006/main">
              <a:ext uri="{FF2B5EF4-FFF2-40B4-BE49-F238E27FC236}">
                <a16:creationId xmlns:a16="http://schemas.microsoft.com/office/drawing/2014/main" id="{18442C2A-B382-4DA6-82C2-CF082F1A82FB}"/>
              </a:ext>
            </a:extLst>
          </p:cNvPr>
          <p:cNvSpPr>
            <a:spLocks xmlns:a="http://schemas.openxmlformats.org/drawingml/2006/main" noGrp="1"/>
          </p:cNvSpPr>
          <p:nvPr/>
        </p:nvSpPr>
        <p:spPr>
          <a:xfrm xmlns:a="http://schemas.openxmlformats.org/drawingml/2006/main">
            <a:off x="8077200" y="5715000"/>
            <a:ext cx="342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5747B"/>
                </a:solidFill>
                <a:latin typeface="Pretendard"/>
                <a:ea typeface="Pretendard"/>
                <a:cs typeface="Pretendard"/>
              </a:defRPr>
            </a:pPr>
            <a:r>
              <a:rPr sz="1725" b="0">
                <a:solidFill>
                  <a:srgbClr val="55747B"/>
                </a:solidFill>
                <a:latin typeface="Pretendard"/>
                <a:ea typeface="Pretendard"/>
                <a:cs typeface="Pretendard"/>
              </a:rPr>
              <a:t>미식 여섯 장을 모으되</a:t>
            </a:r>
          </a:p>
          <a:p xmlns:a="http://schemas.openxmlformats.org/drawingml/2006/main">
            <a:pPr algn="l">
              <a:defRPr sz="1725" b="0">
                <a:solidFill>
                  <a:srgbClr val="55747B"/>
                </a:solidFill>
                <a:latin typeface="Pretendard"/>
                <a:ea typeface="Pretendard"/>
                <a:cs typeface="Pretendard"/>
              </a:defRPr>
            </a:pPr>
            <a:r>
              <a:rPr sz="1725" b="0">
                <a:solidFill>
                  <a:srgbClr val="55747B"/>
                </a:solidFill>
                <a:latin typeface="Pretendard"/>
                <a:ea typeface="Pretendard"/>
                <a:cs typeface="Pretendard"/>
              </a:rPr>
              <a:t>돌아갈 예산도 남겨 둡니다.</a:t>
            </a:r>
          </a:p>
        </p:txBody>
      </p:sp>
    </p:spTree>
    <p:extLst>
      <p:ext uri="{BB962C8B-B14F-4D97-AF65-F5344CB8AC3E}">
        <p14:creationId xmlns:p14="http://schemas.microsoft.com/office/powerpoint/2010/main" val="810756275"/>
      </p:ext>
    </p:extLst>
  </p:cSld>
</p:sld>
</file>

<file path=ppt/slides/slide4.xml><?xml version="1.0" encoding="utf-8"?>
<p:sld xmlns:p="http://schemas.openxmlformats.org/presentationml/2006/main">
  <p:cSld>
    <p:bg>
      <p:bgPr>
        <a:solidFill xmlns:a="http://schemas.openxmlformats.org/drawingml/2006/main">
          <a:srgbClr val="F8FA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795CBAE-1FF1-4107-81F0-54F2168C4048}"/>
              </a:ext>
            </a:extLst>
          </p:cNvPr>
          <p:cNvSpPr>
            <a:spLocks xmlns:a="http://schemas.openxmlformats.org/drawingml/2006/main" noGrp="1"/>
          </p:cNvSpPr>
          <p:nvPr/>
        </p:nvSpPr>
        <p:spPr>
          <a:xfrm xmlns:a="http://schemas.openxmlformats.org/drawingml/2006/main">
            <a:off x="609600" y="6391275"/>
            <a:ext cx="133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55747B"/>
                </a:solidFill>
                <a:latin typeface="Pretendard"/>
                <a:ea typeface="Pretendard"/>
                <a:cs typeface="Pretendard"/>
              </a:defRPr>
            </a:pPr>
            <a:r>
              <a:rPr sz="1200" b="1">
                <a:solidFill>
                  <a:srgbClr val="55747B"/>
                </a:solidFill>
                <a:latin typeface="Pretendard"/>
                <a:ea typeface="Pretendard"/>
                <a:cs typeface="Pretendard"/>
              </a:rPr>
              <a:t>울릉마블</a:t>
            </a:r>
          </a:p>
        </p:txBody>
      </p:sp>
      <p:sp>
        <p:nvSpPr>
          <p:cNvPr id="2" name="">
            <a:extLst xmlns:a="http://schemas.openxmlformats.org/drawingml/2006/main">
              <a:ext uri="{FF2B5EF4-FFF2-40B4-BE49-F238E27FC236}">
                <a16:creationId xmlns:a16="http://schemas.microsoft.com/office/drawing/2014/main" id="{9AA86B11-3157-4517-A820-736782B8D9C8}"/>
              </a:ext>
            </a:extLst>
          </p:cNvPr>
          <p:cNvSpPr>
            <a:spLocks xmlns:a="http://schemas.openxmlformats.org/drawingml/2006/main" noGrp="1"/>
          </p:cNvSpPr>
          <p:nvPr/>
        </p:nvSpPr>
        <p:spPr>
          <a:xfrm xmlns:a="http://schemas.openxmlformats.org/drawingml/2006/main">
            <a:off x="11029950" y="639127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5747B"/>
                </a:solidFill>
                <a:latin typeface="Pretendard"/>
                <a:ea typeface="Pretendard"/>
                <a:cs typeface="Pretendard"/>
              </a:defRPr>
            </a:pPr>
            <a:r>
              <a:rPr sz="1200" b="0">
                <a:solidFill>
                  <a:srgbClr val="55747B"/>
                </a:solidFill>
                <a:latin typeface="Pretendard"/>
                <a:ea typeface="Pretendard"/>
                <a:cs typeface="Pretendard"/>
              </a:rPr>
              <a:t>04</a:t>
            </a:r>
          </a:p>
        </p:txBody>
      </p:sp>
      <p:sp>
        <p:nvSpPr>
          <p:cNvPr id="3" name="">
            <a:extLst xmlns:a="http://schemas.openxmlformats.org/drawingml/2006/main">
              <a:ext uri="{FF2B5EF4-FFF2-40B4-BE49-F238E27FC236}">
                <a16:creationId xmlns:a16="http://schemas.microsoft.com/office/drawing/2014/main" id="{2C33BA72-B1B9-40D7-91CA-A8CA1E712F80}"/>
              </a:ext>
            </a:extLst>
          </p:cNvPr>
          <p:cNvSpPr>
            <a:spLocks xmlns:a="http://schemas.openxmlformats.org/drawingml/2006/main" noGrp="1"/>
          </p:cNvSpPr>
          <p:nvPr/>
        </p:nvSpPr>
        <p:spPr>
          <a:xfrm xmlns:a="http://schemas.openxmlformats.org/drawingml/2006/main">
            <a:off x="609600" y="514350"/>
            <a:ext cx="10972800" cy="1095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525" b="1">
                <a:solidFill>
                  <a:srgbClr val="153E48"/>
                </a:solidFill>
                <a:latin typeface="Pretendard"/>
                <a:ea typeface="Pretendard"/>
                <a:cs typeface="Pretendard"/>
              </a:defRPr>
            </a:pPr>
            <a:r>
              <a:t>주사위는 거리를, 나는 목적지를 고릅니다</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bcb26f93fba414f"/>
          <a:stretch xmlns:a="http://schemas.openxmlformats.org/drawingml/2006/main"/>
        </p:blipFill>
        <p:spPr>
          <a:xfrm xmlns:a="http://schemas.openxmlformats.org/drawingml/2006/main">
            <a:off x="1233488" y="1638300"/>
            <a:ext cx="3343275" cy="44577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C3F7B08-D2E8-4C7E-9F46-C80536B62F45}"/>
              </a:ext>
            </a:extLst>
          </p:cNvPr>
          <p:cNvSpPr>
            <a:spLocks xmlns:a="http://schemas.openxmlformats.org/drawingml/2006/main" noGrp="1"/>
          </p:cNvSpPr>
          <p:nvPr/>
        </p:nvSpPr>
        <p:spPr>
          <a:xfrm xmlns:a="http://schemas.openxmlformats.org/drawingml/2006/main">
            <a:off x="5743575" y="1857375"/>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986"/>
                </a:solidFill>
                <a:latin typeface="Pretendard"/>
                <a:ea typeface="Pretendard"/>
                <a:cs typeface="Pretendard"/>
              </a:defRPr>
            </a:pPr>
            <a:r>
              <a:rPr sz="2325" b="1">
                <a:solidFill>
                  <a:srgbClr val="087986"/>
                </a:solidFill>
                <a:latin typeface="Pretendard"/>
                <a:ea typeface="Pretendard"/>
                <a:cs typeface="Pretendard"/>
              </a:rPr>
              <a:t>주사위가 2라면</a:t>
            </a:r>
          </a:p>
        </p:txBody>
      </p:sp>
      <p:sp>
        <p:nvSpPr>
          <p:cNvPr id="6" name="">
            <a:extLst xmlns:a="http://schemas.openxmlformats.org/drawingml/2006/main">
              <a:ext uri="{FF2B5EF4-FFF2-40B4-BE49-F238E27FC236}">
                <a16:creationId xmlns:a16="http://schemas.microsoft.com/office/drawing/2014/main" id="{015AA01A-7C48-4A8A-8440-5375E41AE8D5}"/>
              </a:ext>
            </a:extLst>
          </p:cNvPr>
          <p:cNvSpPr>
            <a:spLocks xmlns:a="http://schemas.openxmlformats.org/drawingml/2006/main" noGrp="1"/>
          </p:cNvSpPr>
          <p:nvPr/>
        </p:nvSpPr>
        <p:spPr>
          <a:xfrm xmlns:a="http://schemas.openxmlformats.org/drawingml/2006/main">
            <a:off x="5743575" y="2524125"/>
            <a:ext cx="5619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53E48"/>
                </a:solidFill>
                <a:latin typeface="Pretendard"/>
                <a:ea typeface="Pretendard"/>
                <a:cs typeface="Pretendard"/>
              </a:defRPr>
            </a:pPr>
            <a:r>
              <a:rPr sz="3225" b="1">
                <a:solidFill>
                  <a:srgbClr val="153E48"/>
                </a:solidFill>
                <a:latin typeface="Pretendard"/>
                <a:ea typeface="Pretendard"/>
                <a:cs typeface="Pretendard"/>
              </a:rPr>
              <a:t>나리분지에서 멈출까,</a:t>
            </a:r>
          </a:p>
          <a:p xmlns:a="http://schemas.openxmlformats.org/drawingml/2006/main">
            <a:pPr algn="l">
              <a:defRPr sz="3225" b="1">
                <a:solidFill>
                  <a:srgbClr val="153E48"/>
                </a:solidFill>
                <a:latin typeface="Pretendard"/>
                <a:ea typeface="Pretendard"/>
                <a:cs typeface="Pretendard"/>
              </a:defRPr>
            </a:pPr>
            <a:r>
              <a:rPr sz="3225" b="1">
                <a:solidFill>
                  <a:srgbClr val="153E48"/>
                </a:solidFill>
                <a:latin typeface="Pretendard"/>
                <a:ea typeface="Pretendard"/>
                <a:cs typeface="Pretendard"/>
              </a:rPr>
              <a:t>성인봉까지 올라갈까?</a:t>
            </a:r>
          </a:p>
        </p:txBody>
      </p:sp>
      <p:sp>
        <p:nvSpPr>
          <p:cNvPr id="7" name="">
            <a:extLst xmlns:a="http://schemas.openxmlformats.org/drawingml/2006/main">
              <a:ext uri="{FF2B5EF4-FFF2-40B4-BE49-F238E27FC236}">
                <a16:creationId xmlns:a16="http://schemas.microsoft.com/office/drawing/2014/main" id="{62D720FE-4E2D-482C-8354-0CF2AD46D3CD}"/>
              </a:ext>
            </a:extLst>
          </p:cNvPr>
          <p:cNvSpPr>
            <a:spLocks xmlns:a="http://schemas.openxmlformats.org/drawingml/2006/main" noGrp="1"/>
          </p:cNvSpPr>
          <p:nvPr/>
        </p:nvSpPr>
        <p:spPr>
          <a:xfrm xmlns:a="http://schemas.openxmlformats.org/drawingml/2006/main">
            <a:off x="5743575" y="4162425"/>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3E48"/>
                </a:solidFill>
                <a:latin typeface="Pretendard"/>
                <a:ea typeface="Pretendard"/>
                <a:cs typeface="Pretendard"/>
              </a:defRPr>
            </a:pPr>
            <a:r>
              <a:rPr sz="2175" b="1">
                <a:solidFill>
                  <a:srgbClr val="153E48"/>
                </a:solidFill>
                <a:latin typeface="Pretendard"/>
                <a:ea typeface="Pretendard"/>
                <a:cs typeface="Pretendard"/>
              </a:rPr>
              <a:t>천부 → 나리분지 → 성인봉</a:t>
            </a:r>
          </a:p>
        </p:txBody>
      </p:sp>
      <p:sp>
        <p:nvSpPr>
          <p:cNvPr id="8" name="">
            <a:extLst xmlns:a="http://schemas.openxmlformats.org/drawingml/2006/main">
              <a:ext uri="{FF2B5EF4-FFF2-40B4-BE49-F238E27FC236}">
                <a16:creationId xmlns:a16="http://schemas.microsoft.com/office/drawing/2014/main" id="{295BBA95-D2CD-4CF4-93A7-BAAA7C881DF1}"/>
              </a:ext>
            </a:extLst>
          </p:cNvPr>
          <p:cNvSpPr>
            <a:spLocks xmlns:a="http://schemas.openxmlformats.org/drawingml/2006/main" noGrp="1"/>
          </p:cNvSpPr>
          <p:nvPr/>
        </p:nvSpPr>
        <p:spPr>
          <a:xfrm xmlns:a="http://schemas.openxmlformats.org/drawingml/2006/main">
            <a:off x="5743575" y="4762500"/>
            <a:ext cx="56102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5747B"/>
                </a:solidFill>
                <a:latin typeface="Pretendard"/>
                <a:ea typeface="Pretendard"/>
                <a:cs typeface="Pretendard"/>
              </a:defRPr>
            </a:pPr>
            <a:r>
              <a:rPr sz="1875" b="0">
                <a:solidFill>
                  <a:srgbClr val="55747B"/>
                </a:solidFill>
                <a:latin typeface="Pretendard"/>
                <a:ea typeface="Pretendard"/>
                <a:cs typeface="Pretendard"/>
              </a:rPr>
              <a:t>천부에서 출발하는 두 칸 이동 예시.</a:t>
            </a:r>
          </a:p>
          <a:p xmlns:a="http://schemas.openxmlformats.org/drawingml/2006/main">
            <a:pPr algn="l">
              <a:defRPr sz="1875" b="0">
                <a:solidFill>
                  <a:srgbClr val="55747B"/>
                </a:solidFill>
                <a:latin typeface="Pretendard"/>
                <a:ea typeface="Pretendard"/>
                <a:cs typeface="Pretendard"/>
              </a:defRPr>
            </a:pPr>
            <a:r>
              <a:rPr sz="1875" b="0">
                <a:solidFill>
                  <a:srgbClr val="55747B"/>
                </a:solidFill>
                <a:latin typeface="Pretendard"/>
                <a:ea typeface="Pretendard"/>
                <a:cs typeface="Pretendard"/>
              </a:rPr>
              <a:t>연결된 길을 따라, 주사위 눈 이내에서 멈춥니다.</a:t>
            </a:r>
          </a:p>
        </p:txBody>
      </p:sp>
    </p:spTree>
    <p:extLst>
      <p:ext uri="{BB962C8B-B14F-4D97-AF65-F5344CB8AC3E}">
        <p14:creationId xmlns:p14="http://schemas.microsoft.com/office/powerpoint/2010/main" val="1509095689"/>
      </p:ext>
    </p:extLst>
  </p:cSld>
</p:sld>
</file>

<file path=ppt/slides/slide5.xml><?xml version="1.0" encoding="utf-8"?>
<p:sld xmlns:p="http://schemas.openxmlformats.org/presentationml/2006/main">
  <p:cSld>
    <p:bg>
      <p:bgPr>
        <a:solidFill xmlns:a="http://schemas.openxmlformats.org/drawingml/2006/main">
          <a:srgbClr val="F8FAF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BC13B13-AA6F-49DA-B2C5-537272E94DAF}"/>
              </a:ext>
            </a:extLst>
          </p:cNvPr>
          <p:cNvSpPr>
            <a:spLocks xmlns:a="http://schemas.openxmlformats.org/drawingml/2006/main" noGrp="1"/>
          </p:cNvSpPr>
          <p:nvPr/>
        </p:nvSpPr>
        <p:spPr>
          <a:xfrm xmlns:a="http://schemas.openxmlformats.org/drawingml/2006/main">
            <a:off x="609600" y="6391275"/>
            <a:ext cx="133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55747B"/>
                </a:solidFill>
                <a:latin typeface="Pretendard"/>
                <a:ea typeface="Pretendard"/>
                <a:cs typeface="Pretendard"/>
              </a:defRPr>
            </a:pPr>
            <a:r>
              <a:rPr sz="1200" b="1">
                <a:solidFill>
                  <a:srgbClr val="55747B"/>
                </a:solidFill>
                <a:latin typeface="Pretendard"/>
                <a:ea typeface="Pretendard"/>
                <a:cs typeface="Pretendard"/>
              </a:rPr>
              <a:t>울릉마블</a:t>
            </a:r>
          </a:p>
        </p:txBody>
      </p:sp>
      <p:sp>
        <p:nvSpPr>
          <p:cNvPr id="2" name="">
            <a:extLst xmlns:a="http://schemas.openxmlformats.org/drawingml/2006/main">
              <a:ext uri="{FF2B5EF4-FFF2-40B4-BE49-F238E27FC236}">
                <a16:creationId xmlns:a16="http://schemas.microsoft.com/office/drawing/2014/main" id="{2EAC40A3-C66D-47FF-8C5E-E1CF893E0A38}"/>
              </a:ext>
            </a:extLst>
          </p:cNvPr>
          <p:cNvSpPr>
            <a:spLocks xmlns:a="http://schemas.openxmlformats.org/drawingml/2006/main" noGrp="1"/>
          </p:cNvSpPr>
          <p:nvPr/>
        </p:nvSpPr>
        <p:spPr>
          <a:xfrm xmlns:a="http://schemas.openxmlformats.org/drawingml/2006/main">
            <a:off x="11029950" y="639127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5747B"/>
                </a:solidFill>
                <a:latin typeface="Pretendard"/>
                <a:ea typeface="Pretendard"/>
                <a:cs typeface="Pretendard"/>
              </a:defRPr>
            </a:pPr>
            <a:r>
              <a:rPr sz="1200" b="0">
                <a:solidFill>
                  <a:srgbClr val="55747B"/>
                </a:solidFill>
                <a:latin typeface="Pretendard"/>
                <a:ea typeface="Pretendard"/>
                <a:cs typeface="Pretendard"/>
              </a:rPr>
              <a:t>05</a:t>
            </a:r>
          </a:p>
        </p:txBody>
      </p:sp>
      <p:sp>
        <p:nvSpPr>
          <p:cNvPr id="3" name="">
            <a:extLst xmlns:a="http://schemas.openxmlformats.org/drawingml/2006/main">
              <a:ext uri="{FF2B5EF4-FFF2-40B4-BE49-F238E27FC236}">
                <a16:creationId xmlns:a16="http://schemas.microsoft.com/office/drawing/2014/main" id="{A9C56D27-FBDC-47CA-A0DF-FBF708756A83}"/>
              </a:ext>
            </a:extLst>
          </p:cNvPr>
          <p:cNvSpPr>
            <a:spLocks xmlns:a="http://schemas.openxmlformats.org/drawingml/2006/main" noGrp="1"/>
          </p:cNvSpPr>
          <p:nvPr/>
        </p:nvSpPr>
        <p:spPr>
          <a:xfrm xmlns:a="http://schemas.openxmlformats.org/drawingml/2006/main">
            <a:off x="609600" y="514350"/>
            <a:ext cx="10972800" cy="1095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525" b="1">
                <a:solidFill>
                  <a:srgbClr val="153E48"/>
                </a:solidFill>
                <a:latin typeface="Pretendard"/>
                <a:ea typeface="Pretendard"/>
                <a:cs typeface="Pretendard"/>
              </a:defRPr>
            </a:pPr>
            <a:r>
              <a:t>쉬고 갈까, 하나 더 해볼까</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9dc81d7a2eb459f"/>
          <a:stretch xmlns:a="http://schemas.openxmlformats.org/drawingml/2006/main"/>
        </p:blipFill>
        <p:spPr>
          <a:xfrm xmlns:a="http://schemas.openxmlformats.org/drawingml/2006/main">
            <a:off x="619125" y="1563319"/>
            <a:ext cx="3067050" cy="476006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C37978B-7459-4458-944D-C27BCA9137EC}"/>
              </a:ext>
            </a:extLst>
          </p:cNvPr>
          <p:cNvSpPr>
            <a:spLocks xmlns:a="http://schemas.openxmlformats.org/drawingml/2006/main" noGrp="1"/>
          </p:cNvSpPr>
          <p:nvPr/>
        </p:nvSpPr>
        <p:spPr>
          <a:xfrm xmlns:a="http://schemas.openxmlformats.org/drawingml/2006/main">
            <a:off x="4267200" y="1600200"/>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5747B"/>
                </a:solidFill>
                <a:latin typeface="Pretendard"/>
                <a:ea typeface="Pretendard"/>
                <a:cs typeface="Pretendard"/>
              </a:defRPr>
            </a:pPr>
            <a:r>
              <a:rPr sz="1800" b="0">
                <a:solidFill>
                  <a:srgbClr val="55747B"/>
                </a:solidFill>
                <a:latin typeface="Pretendard"/>
                <a:ea typeface="Pretendard"/>
                <a:cs typeface="Pretendard"/>
              </a:rPr>
              <a:t>피로 1장이 있는 중반 차례라면</a:t>
            </a:r>
          </a:p>
        </p:txBody>
      </p:sp>
      <p:sp>
        <p:nvSpPr>
          <p:cNvPr id="6" name="">
            <a:extLst xmlns:a="http://schemas.openxmlformats.org/drawingml/2006/main">
              <a:ext uri="{FF2B5EF4-FFF2-40B4-BE49-F238E27FC236}">
                <a16:creationId xmlns:a16="http://schemas.microsoft.com/office/drawing/2014/main" id="{8563659F-5FDC-4E68-AC8C-13365DC338D4}"/>
              </a:ext>
            </a:extLst>
          </p:cNvPr>
          <p:cNvSpPr>
            <a:spLocks xmlns:a="http://schemas.openxmlformats.org/drawingml/2006/main" noGrp="1"/>
          </p:cNvSpPr>
          <p:nvPr/>
        </p:nvSpPr>
        <p:spPr>
          <a:xfrm xmlns:a="http://schemas.openxmlformats.org/drawingml/2006/main">
            <a:off x="4267200" y="2238375"/>
            <a:ext cx="723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53E48"/>
                </a:solidFill>
                <a:latin typeface="Pretendard"/>
                <a:ea typeface="Pretendard"/>
                <a:cs typeface="Pretendard"/>
              </a:defRPr>
            </a:pPr>
            <a:r>
              <a:rPr sz="2550" b="1">
                <a:solidFill>
                  <a:srgbClr val="153E48"/>
                </a:solidFill>
                <a:latin typeface="Pretendard"/>
                <a:ea typeface="Pretendard"/>
                <a:cs typeface="Pretendard"/>
              </a:rPr>
              <a:t>A  합승을 기다리며 쉰다</a:t>
            </a:r>
          </a:p>
        </p:txBody>
      </p:sp>
      <p:sp>
        <p:nvSpPr>
          <p:cNvPr id="7" name="">
            <a:extLst xmlns:a="http://schemas.openxmlformats.org/drawingml/2006/main">
              <a:ext uri="{FF2B5EF4-FFF2-40B4-BE49-F238E27FC236}">
                <a16:creationId xmlns:a16="http://schemas.microsoft.com/office/drawing/2014/main" id="{83D01E9E-AF04-4BA4-9705-A43CEA0F8A4A}"/>
              </a:ext>
            </a:extLst>
          </p:cNvPr>
          <p:cNvSpPr>
            <a:spLocks xmlns:a="http://schemas.openxmlformats.org/drawingml/2006/main" noGrp="1"/>
          </p:cNvSpPr>
          <p:nvPr/>
        </p:nvSpPr>
        <p:spPr>
          <a:xfrm xmlns:a="http://schemas.openxmlformats.org/drawingml/2006/main">
            <a:off x="4267200" y="2876550"/>
            <a:ext cx="7029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5747B"/>
                </a:solidFill>
                <a:latin typeface="Pretendard"/>
                <a:ea typeface="Pretendard"/>
                <a:cs typeface="Pretendard"/>
              </a:defRPr>
            </a:pPr>
            <a:r>
              <a:rPr sz="2175" b="0">
                <a:solidFill>
                  <a:srgbClr val="55747B"/>
                </a:solidFill>
                <a:latin typeface="Pretendard"/>
                <a:ea typeface="Pretendard"/>
                <a:cs typeface="Pretendard"/>
              </a:rPr>
              <a:t>1만원을 쓰고 피로 1장을 덜어 냅니다.</a:t>
            </a:r>
          </a:p>
          <a:p xmlns:a="http://schemas.openxmlformats.org/drawingml/2006/main">
            <a:pPr algn="l">
              <a:defRPr sz="2175" b="0">
                <a:solidFill>
                  <a:srgbClr val="55747B"/>
                </a:solidFill>
                <a:latin typeface="Pretendard"/>
                <a:ea typeface="Pretendard"/>
                <a:cs typeface="Pretendard"/>
              </a:defRPr>
            </a:pPr>
            <a:r>
              <a:rPr sz="2175" b="0">
                <a:solidFill>
                  <a:srgbClr val="55747B"/>
                </a:solidFill>
                <a:latin typeface="Pretendard"/>
                <a:ea typeface="Pretendard"/>
                <a:cs typeface="Pretendard"/>
              </a:rPr>
              <a:t>다음 이동에는 주사위 2개를 굴립니다.</a:t>
            </a:r>
          </a:p>
        </p:txBody>
      </p:sp>
      <p:sp>
        <p:nvSpPr>
          <p:cNvPr id="8" name="">
            <a:extLst xmlns:a="http://schemas.openxmlformats.org/drawingml/2006/main">
              <a:ext uri="{FF2B5EF4-FFF2-40B4-BE49-F238E27FC236}">
                <a16:creationId xmlns:a16="http://schemas.microsoft.com/office/drawing/2014/main" id="{229D46D9-3ADF-4E06-BB07-C0F195B2581B}"/>
              </a:ext>
            </a:extLst>
          </p:cNvPr>
          <p:cNvSpPr>
            <a:spLocks xmlns:a="http://schemas.openxmlformats.org/drawingml/2006/main" noGrp="1"/>
          </p:cNvSpPr>
          <p:nvPr/>
        </p:nvSpPr>
        <p:spPr>
          <a:xfrm xmlns:a="http://schemas.openxmlformats.org/drawingml/2006/main">
            <a:off x="4267200" y="4067175"/>
            <a:ext cx="723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53E48"/>
                </a:solidFill>
                <a:latin typeface="Pretendard"/>
                <a:ea typeface="Pretendard"/>
                <a:cs typeface="Pretendard"/>
              </a:defRPr>
            </a:pPr>
            <a:r>
              <a:rPr sz="2550" b="1">
                <a:solidFill>
                  <a:srgbClr val="153E48"/>
                </a:solidFill>
                <a:latin typeface="Pretendard"/>
                <a:ea typeface="Pretendard"/>
                <a:cs typeface="Pretendard"/>
              </a:rPr>
              <a:t>B  주변 길을 걷는다</a:t>
            </a:r>
          </a:p>
        </p:txBody>
      </p:sp>
      <p:sp>
        <p:nvSpPr>
          <p:cNvPr id="9" name="">
            <a:extLst xmlns:a="http://schemas.openxmlformats.org/drawingml/2006/main">
              <a:ext uri="{FF2B5EF4-FFF2-40B4-BE49-F238E27FC236}">
                <a16:creationId xmlns:a16="http://schemas.microsoft.com/office/drawing/2014/main" id="{F7060383-C610-4A50-A3B7-7A2782CD56B6}"/>
              </a:ext>
            </a:extLst>
          </p:cNvPr>
          <p:cNvSpPr>
            <a:spLocks xmlns:a="http://schemas.openxmlformats.org/drawingml/2006/main" noGrp="1"/>
          </p:cNvSpPr>
          <p:nvPr/>
        </p:nvSpPr>
        <p:spPr>
          <a:xfrm xmlns:a="http://schemas.openxmlformats.org/drawingml/2006/main">
            <a:off x="4267200" y="4695825"/>
            <a:ext cx="7029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5747B"/>
                </a:solidFill>
                <a:latin typeface="Pretendard"/>
                <a:ea typeface="Pretendard"/>
                <a:cs typeface="Pretendard"/>
              </a:defRPr>
            </a:pPr>
            <a:r>
              <a:rPr sz="2175" b="0">
                <a:solidFill>
                  <a:srgbClr val="55747B"/>
                </a:solidFill>
                <a:latin typeface="Pretendard"/>
                <a:ea typeface="Pretendard"/>
                <a:cs typeface="Pretendard"/>
              </a:rPr>
              <a:t>체험 1장을 얻습니다.</a:t>
            </a:r>
          </a:p>
          <a:p xmlns:a="http://schemas.openxmlformats.org/drawingml/2006/main">
            <a:pPr algn="l">
              <a:defRPr sz="2175" b="0">
                <a:solidFill>
                  <a:srgbClr val="55747B"/>
                </a:solidFill>
                <a:latin typeface="Pretendard"/>
                <a:ea typeface="Pretendard"/>
                <a:cs typeface="Pretendard"/>
              </a:defRPr>
            </a:pPr>
            <a:r>
              <a:rPr sz="2175" b="0">
                <a:solidFill>
                  <a:srgbClr val="55747B"/>
                </a:solidFill>
                <a:latin typeface="Pretendard"/>
                <a:ea typeface="Pretendard"/>
                <a:cs typeface="Pretendard"/>
              </a:rPr>
              <a:t>대신 피로도 1장 늘어납니다.</a:t>
            </a:r>
          </a:p>
        </p:txBody>
      </p:sp>
      <p:sp>
        <p:nvSpPr>
          <p:cNvPr id="10" name="">
            <a:extLst xmlns:a="http://schemas.openxmlformats.org/drawingml/2006/main">
              <a:ext uri="{FF2B5EF4-FFF2-40B4-BE49-F238E27FC236}">
                <a16:creationId xmlns:a16="http://schemas.microsoft.com/office/drawing/2014/main" id="{9E998835-D27A-47EA-9DD1-1B2C5F795951}"/>
              </a:ext>
            </a:extLst>
          </p:cNvPr>
          <p:cNvSpPr>
            <a:spLocks xmlns:a="http://schemas.openxmlformats.org/drawingml/2006/main" noGrp="1"/>
          </p:cNvSpPr>
          <p:nvPr/>
        </p:nvSpPr>
        <p:spPr>
          <a:xfrm xmlns:a="http://schemas.openxmlformats.org/drawingml/2006/main">
            <a:off x="4267200" y="5857875"/>
            <a:ext cx="716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87986"/>
                </a:solidFill>
                <a:latin typeface="Pretendard"/>
                <a:ea typeface="Pretendard"/>
                <a:cs typeface="Pretendard"/>
              </a:defRPr>
            </a:pPr>
            <a:r>
              <a:rPr sz="1875" b="1">
                <a:solidFill>
                  <a:srgbClr val="087986"/>
                </a:solidFill>
                <a:latin typeface="Pretendard"/>
                <a:ea typeface="Pretendard"/>
                <a:cs typeface="Pretendard"/>
              </a:rPr>
              <a:t>“지금 내 여행에 더 필요한 건 무엇일까?”</a:t>
            </a:r>
          </a:p>
        </p:txBody>
      </p:sp>
    </p:spTree>
    <p:extLst>
      <p:ext uri="{BB962C8B-B14F-4D97-AF65-F5344CB8AC3E}">
        <p14:creationId xmlns:p14="http://schemas.microsoft.com/office/powerpoint/2010/main" val="1314888783"/>
      </p:ext>
    </p:extLst>
  </p:cSld>
</p:sld>
</file>

<file path=ppt/slides/slide6.xml><?xml version="1.0" encoding="utf-8"?>
<p:sld xmlns:p="http://schemas.openxmlformats.org/presentationml/2006/main">
  <p:cSld>
    <p:bg>
      <p:bgPr>
        <a:solidFill xmlns:a="http://schemas.openxmlformats.org/drawingml/2006/main">
          <a:srgbClr val="F8FA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F870074-916C-486E-B8E9-B7C396960C13}"/>
              </a:ext>
            </a:extLst>
          </p:cNvPr>
          <p:cNvSpPr>
            <a:spLocks xmlns:a="http://schemas.openxmlformats.org/drawingml/2006/main" noGrp="1"/>
          </p:cNvSpPr>
          <p:nvPr/>
        </p:nvSpPr>
        <p:spPr>
          <a:xfrm xmlns:a="http://schemas.openxmlformats.org/drawingml/2006/main">
            <a:off x="609600" y="6391275"/>
            <a:ext cx="133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55747B"/>
                </a:solidFill>
                <a:latin typeface="Pretendard"/>
                <a:ea typeface="Pretendard"/>
                <a:cs typeface="Pretendard"/>
              </a:defRPr>
            </a:pPr>
            <a:r>
              <a:rPr sz="1200" b="1">
                <a:solidFill>
                  <a:srgbClr val="55747B"/>
                </a:solidFill>
                <a:latin typeface="Pretendard"/>
                <a:ea typeface="Pretendard"/>
                <a:cs typeface="Pretendard"/>
              </a:rPr>
              <a:t>울릉마블</a:t>
            </a:r>
          </a:p>
        </p:txBody>
      </p:sp>
      <p:sp>
        <p:nvSpPr>
          <p:cNvPr id="2" name="">
            <a:extLst xmlns:a="http://schemas.openxmlformats.org/drawingml/2006/main">
              <a:ext uri="{FF2B5EF4-FFF2-40B4-BE49-F238E27FC236}">
                <a16:creationId xmlns:a16="http://schemas.microsoft.com/office/drawing/2014/main" id="{120C9239-86C2-43EA-A888-BEE569747FFD}"/>
              </a:ext>
            </a:extLst>
          </p:cNvPr>
          <p:cNvSpPr>
            <a:spLocks xmlns:a="http://schemas.openxmlformats.org/drawingml/2006/main" noGrp="1"/>
          </p:cNvSpPr>
          <p:nvPr/>
        </p:nvSpPr>
        <p:spPr>
          <a:xfrm xmlns:a="http://schemas.openxmlformats.org/drawingml/2006/main">
            <a:off x="11029950" y="639127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5747B"/>
                </a:solidFill>
                <a:latin typeface="Pretendard"/>
                <a:ea typeface="Pretendard"/>
                <a:cs typeface="Pretendard"/>
              </a:defRPr>
            </a:pPr>
            <a:r>
              <a:rPr sz="1200" b="0">
                <a:solidFill>
                  <a:srgbClr val="55747B"/>
                </a:solidFill>
                <a:latin typeface="Pretendard"/>
                <a:ea typeface="Pretendard"/>
                <a:cs typeface="Pretendard"/>
              </a:rPr>
              <a:t>06</a:t>
            </a:r>
          </a:p>
        </p:txBody>
      </p:sp>
      <p:sp>
        <p:nvSpPr>
          <p:cNvPr id="3" name="">
            <a:extLst xmlns:a="http://schemas.openxmlformats.org/drawingml/2006/main">
              <a:ext uri="{FF2B5EF4-FFF2-40B4-BE49-F238E27FC236}">
                <a16:creationId xmlns:a16="http://schemas.microsoft.com/office/drawing/2014/main" id="{9A7578F9-4926-4C6D-9142-3BEEC1986F2F}"/>
              </a:ext>
            </a:extLst>
          </p:cNvPr>
          <p:cNvSpPr>
            <a:spLocks xmlns:a="http://schemas.openxmlformats.org/drawingml/2006/main" noGrp="1"/>
          </p:cNvSpPr>
          <p:nvPr/>
        </p:nvSpPr>
        <p:spPr>
          <a:xfrm xmlns:a="http://schemas.openxmlformats.org/drawingml/2006/main">
            <a:off x="609600" y="514350"/>
            <a:ext cx="10972800" cy="1095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525" b="1">
                <a:solidFill>
                  <a:srgbClr val="153E48"/>
                </a:solidFill>
                <a:latin typeface="Pretendard"/>
                <a:ea typeface="Pretendard"/>
                <a:cs typeface="Pretendard"/>
              </a:defRPr>
            </a:pPr>
            <a:r>
              <a:t>내 목표를 쫓다가 옆 사람을 보게 됩니다</a:t>
            </a:r>
          </a:p>
        </p:txBody>
      </p:sp>
      <p:sp>
        <p:nvSpPr>
          <p:cNvPr id="4" name="">
            <a:extLst xmlns:a="http://schemas.openxmlformats.org/drawingml/2006/main">
              <a:ext uri="{FF2B5EF4-FFF2-40B4-BE49-F238E27FC236}">
                <a16:creationId xmlns:a16="http://schemas.microsoft.com/office/drawing/2014/main" id="{CC924CBC-A6C5-4FF1-A30E-CE409BE351F5}"/>
              </a:ext>
            </a:extLst>
          </p:cNvPr>
          <p:cNvSpPr>
            <a:spLocks xmlns:a="http://schemas.openxmlformats.org/drawingml/2006/main" noGrp="1"/>
          </p:cNvSpPr>
          <p:nvPr/>
        </p:nvSpPr>
        <p:spPr>
          <a:xfrm xmlns:a="http://schemas.openxmlformats.org/drawingml/2006/main">
            <a:off x="609600" y="1695450"/>
            <a:ext cx="10715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986"/>
                </a:solidFill>
                <a:latin typeface="Pretendard"/>
                <a:ea typeface="Pretendard"/>
                <a:cs typeface="Pretendard"/>
              </a:defRPr>
            </a:pPr>
            <a:r>
              <a:rPr sz="2325" b="1">
                <a:solidFill>
                  <a:srgbClr val="087986"/>
                </a:solidFill>
                <a:latin typeface="Pretendard"/>
                <a:ea typeface="Pretendard"/>
                <a:cs typeface="Pretendard"/>
              </a:rPr>
              <a:t>미식 한 장으로 뒤집히는 달인 경쟁</a:t>
            </a:r>
          </a:p>
        </p:txBody>
      </p:sp>
      <p:graphicFrame>
        <p:nvGraphicFramePr>
          <p:cNvPr id="13" name=""/>
          <p:cNvGraphicFramePr/>
          <p:nvPr/>
        </p:nvGraphicFramePr>
        <p:xfrm>
          <a:off xmlns:a="http://schemas.openxmlformats.org/drawingml/2006/main" x="609600" y="2409825"/>
          <a:ext xmlns:a="http://schemas.openxmlformats.org/drawingml/2006/main" cx="10972800" cy="2085975"/>
        </p:xfrm>
        <a:graphic xmlns:a="http://schemas.openxmlformats.org/drawingml/2006/main">
          <a:graphicData uri="http://schemas.openxmlformats.org/drawingml/2006/table">
            <a:tbl>
              <a:tblPr/>
              <a:tblGrid>
                <a:gridCol w="5295900"/>
                <a:gridCol w="2838450"/>
                <a:gridCol w="2838450"/>
              </a:tblGrid>
              <a:tr h="695325">
                <a:tc>
                  <a:txBody>
                    <a:bodyPr lIns="133350" tIns="95250" rIns="133350" bIns="95250">
                      <a:noAutofit/>
                    </a:bodyPr>
                    <a:lstStyle/>
                    <a:p>
                      <a:r>
                        <a:rPr sz="2100" b="1">
                          <a:solidFill>
                            <a:srgbClr val="FFFFFF"/>
                          </a:solidFill>
                          <a:latin typeface="Pretendard"/>
                          <a:ea typeface="Pretendard"/>
                          <a:cs typeface="Pretendard"/>
                        </a:rPr>
                        <a:t>미식 달인 점수 예시</a:t>
                      </a:r>
                    </a:p>
                  </a:txBody>
                  <a:tcPr marL="91440" marR="91440" marT="45720" marB="45720">
                    <a:solidFill>
                      <a:srgbClr val="153E48"/>
                    </a:solidFill>
                  </a:tcPr>
                </a:tc>
                <a:tc>
                  <a:txBody>
                    <a:bodyPr lIns="133350" tIns="95250" rIns="133350" bIns="95250">
                      <a:noAutofit/>
                    </a:bodyPr>
                    <a:lstStyle/>
                    <a:p>
                      <a:r>
                        <a:rPr sz="2100" b="1">
                          <a:solidFill>
                            <a:srgbClr val="FFFFFF"/>
                          </a:solidFill>
                          <a:latin typeface="Pretendard"/>
                          <a:ea typeface="Pretendard"/>
                          <a:cs typeface="Pretendard"/>
                        </a:rPr>
                        <a:t>나</a:t>
                      </a:r>
                    </a:p>
                  </a:txBody>
                  <a:tcPr marL="91440" marR="91440" marT="45720" marB="45720">
                    <a:solidFill>
                      <a:srgbClr val="153E48"/>
                    </a:solidFill>
                  </a:tcPr>
                </a:tc>
                <a:tc>
                  <a:txBody>
                    <a:bodyPr lIns="133350" tIns="95250" rIns="133350" bIns="95250">
                      <a:noAutofit/>
                    </a:bodyPr>
                    <a:lstStyle/>
                    <a:p>
                      <a:r>
                        <a:rPr sz="2100" b="1">
                          <a:solidFill>
                            <a:srgbClr val="FFFFFF"/>
                          </a:solidFill>
                          <a:latin typeface="Pretendard"/>
                          <a:ea typeface="Pretendard"/>
                          <a:cs typeface="Pretendard"/>
                        </a:rPr>
                        <a:t>옆 사람</a:t>
                      </a:r>
                    </a:p>
                  </a:txBody>
                  <a:tcPr marL="91440" marR="91440" marT="45720" marB="45720">
                    <a:solidFill>
                      <a:srgbClr val="153E48"/>
                    </a:solidFill>
                  </a:tcPr>
                </a:tc>
              </a:tr>
              <a:tr h="695325">
                <a:tc>
                  <a:txBody>
                    <a:bodyPr lIns="133350" tIns="95250" rIns="133350" bIns="95250">
                      <a:noAutofit/>
                    </a:bodyPr>
                    <a:lstStyle/>
                    <a:p>
                      <a:r>
                        <a:rPr sz="2100" b="0">
                          <a:solidFill>
                            <a:srgbClr val="153E48"/>
                          </a:solidFill>
                          <a:latin typeface="Pretendard"/>
                          <a:ea typeface="Pretendard"/>
                          <a:cs typeface="Pretendard"/>
                        </a:rPr>
                        <a:t>각각 미식 5장</a:t>
                      </a:r>
                    </a:p>
                  </a:txBody>
                  <a:tcPr marL="91440" marR="91440" marT="45720" marB="45720">
                    <a:solidFill>
                      <a:srgbClr val="FFFFFF"/>
                    </a:solidFill>
                  </a:tcPr>
                </a:tc>
                <a:tc>
                  <a:txBody>
                    <a:bodyPr lIns="133350" tIns="95250" rIns="133350" bIns="95250">
                      <a:noAutofit/>
                    </a:bodyPr>
                    <a:lstStyle/>
                    <a:p>
                      <a:r>
                        <a:rPr sz="2100" b="0">
                          <a:solidFill>
                            <a:srgbClr val="153E48"/>
                          </a:solidFill>
                          <a:latin typeface="Pretendard"/>
                          <a:ea typeface="Pretendard"/>
                          <a:cs typeface="Pretendard"/>
                        </a:rPr>
                        <a:t>공동 달인 4점</a:t>
                      </a:r>
                    </a:p>
                  </a:txBody>
                  <a:tcPr marL="91440" marR="91440" marT="45720" marB="45720">
                    <a:solidFill>
                      <a:srgbClr val="FFFFFF"/>
                    </a:solidFill>
                  </a:tcPr>
                </a:tc>
                <a:tc>
                  <a:txBody>
                    <a:bodyPr lIns="133350" tIns="95250" rIns="133350" bIns="95250">
                      <a:noAutofit/>
                    </a:bodyPr>
                    <a:lstStyle/>
                    <a:p>
                      <a:r>
                        <a:rPr sz="2100" b="0">
                          <a:solidFill>
                            <a:srgbClr val="153E48"/>
                          </a:solidFill>
                          <a:latin typeface="Pretendard"/>
                          <a:ea typeface="Pretendard"/>
                          <a:cs typeface="Pretendard"/>
                        </a:rPr>
                        <a:t>공동 달인 4점</a:t>
                      </a:r>
                    </a:p>
                  </a:txBody>
                  <a:tcPr marL="91440" marR="91440" marT="45720" marB="45720">
                    <a:solidFill>
                      <a:srgbClr val="FFFFFF"/>
                    </a:solidFill>
                  </a:tcPr>
                </a:tc>
              </a:tr>
              <a:tr h="695325">
                <a:tc>
                  <a:txBody>
                    <a:bodyPr lIns="133350" tIns="95250" rIns="133350" bIns="95250">
                      <a:noAutofit/>
                    </a:bodyPr>
                    <a:lstStyle/>
                    <a:p>
                      <a:r>
                        <a:rPr sz="2100" b="0">
                          <a:solidFill>
                            <a:srgbClr val="153E48"/>
                          </a:solidFill>
                          <a:latin typeface="Pretendard"/>
                          <a:ea typeface="Pretendard"/>
                          <a:cs typeface="Pretendard"/>
                        </a:rPr>
                        <a:t>나만 6장이 되면</a:t>
                      </a:r>
                    </a:p>
                  </a:txBody>
                  <a:tcPr marL="91440" marR="91440" marT="45720" marB="45720">
                    <a:solidFill>
                      <a:srgbClr val="EDF5F4"/>
                    </a:solidFill>
                  </a:tcPr>
                </a:tc>
                <a:tc>
                  <a:txBody>
                    <a:bodyPr lIns="133350" tIns="95250" rIns="133350" bIns="95250">
                      <a:noAutofit/>
                    </a:bodyPr>
                    <a:lstStyle/>
                    <a:p>
                      <a:r>
                        <a:rPr sz="2100" b="0">
                          <a:solidFill>
                            <a:srgbClr val="153E48"/>
                          </a:solidFill>
                          <a:latin typeface="Pretendard"/>
                          <a:ea typeface="Pretendard"/>
                          <a:cs typeface="Pretendard"/>
                        </a:rPr>
                        <a:t>단독 달인 8점</a:t>
                      </a:r>
                    </a:p>
                  </a:txBody>
                  <a:tcPr marL="91440" marR="91440" marT="45720" marB="45720">
                    <a:solidFill>
                      <a:srgbClr val="EDF5F4"/>
                    </a:solidFill>
                  </a:tcPr>
                </a:tc>
                <a:tc>
                  <a:txBody>
                    <a:bodyPr lIns="133350" tIns="95250" rIns="133350" bIns="95250">
                      <a:noAutofit/>
                    </a:bodyPr>
                    <a:lstStyle/>
                    <a:p>
                      <a:r>
                        <a:rPr sz="2100" b="0">
                          <a:solidFill>
                            <a:srgbClr val="153E48"/>
                          </a:solidFill>
                          <a:latin typeface="Pretendard"/>
                          <a:ea typeface="Pretendard"/>
                          <a:cs typeface="Pretendard"/>
                        </a:rPr>
                        <a:t>달인 점수 0점</a:t>
                      </a:r>
                    </a:p>
                  </a:txBody>
                  <a:tcPr marL="91440" marR="91440" marT="45720" marB="45720">
                    <a:solidFill>
                      <a:srgbClr val="EDF5F4"/>
                    </a:solidFill>
                  </a:tcPr>
                </a:tc>
              </a:tr>
            </a:tbl>
          </a:graphicData>
        </a:graphic>
      </p:graphicFrame>
      <p:sp>
        <p:nvSpPr>
          <p:cNvPr id="6" name="">
            <a:extLst xmlns:a="http://schemas.openxmlformats.org/drawingml/2006/main">
              <a:ext uri="{FF2B5EF4-FFF2-40B4-BE49-F238E27FC236}">
                <a16:creationId xmlns:a16="http://schemas.microsoft.com/office/drawing/2014/main" id="{62E63C9A-A83C-4E42-B4D4-0DECA7756546}"/>
              </a:ext>
            </a:extLst>
          </p:cNvPr>
          <p:cNvSpPr>
            <a:spLocks xmlns:a="http://schemas.openxmlformats.org/drawingml/2006/main" noGrp="1"/>
          </p:cNvSpPr>
          <p:nvPr/>
        </p:nvSpPr>
        <p:spPr>
          <a:xfrm xmlns:a="http://schemas.openxmlformats.org/drawingml/2006/main">
            <a:off x="609600" y="50387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5747B"/>
                </a:solidFill>
                <a:latin typeface="Pretendard"/>
                <a:ea typeface="Pretendard"/>
                <a:cs typeface="Pretendard"/>
              </a:defRPr>
            </a:pPr>
            <a:r>
              <a:rPr sz="2025" b="0">
                <a:solidFill>
                  <a:srgbClr val="55747B"/>
                </a:solidFill>
                <a:latin typeface="Pretendard"/>
                <a:ea typeface="Pretendard"/>
                <a:cs typeface="Pretendard"/>
              </a:rPr>
              <a:t>종류별 단독 달인</a:t>
            </a:r>
          </a:p>
        </p:txBody>
      </p:sp>
      <p:sp>
        <p:nvSpPr>
          <p:cNvPr id="7" name="">
            <a:extLst xmlns:a="http://schemas.openxmlformats.org/drawingml/2006/main">
              <a:ext uri="{FF2B5EF4-FFF2-40B4-BE49-F238E27FC236}">
                <a16:creationId xmlns:a16="http://schemas.microsoft.com/office/drawing/2014/main" id="{BCBE0FE6-D09D-4B20-8A97-406E22CC2542}"/>
              </a:ext>
            </a:extLst>
          </p:cNvPr>
          <p:cNvSpPr>
            <a:spLocks xmlns:a="http://schemas.openxmlformats.org/drawingml/2006/main" noGrp="1"/>
          </p:cNvSpPr>
          <p:nvPr/>
        </p:nvSpPr>
        <p:spPr>
          <a:xfrm xmlns:a="http://schemas.openxmlformats.org/drawingml/2006/main">
            <a:off x="3952875" y="4943475"/>
            <a:ext cx="7381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53E48"/>
                </a:solidFill>
                <a:latin typeface="Pretendard"/>
                <a:ea typeface="Pretendard"/>
                <a:cs typeface="Pretendard"/>
              </a:defRPr>
            </a:pPr>
            <a:r>
              <a:rPr sz="2700" b="1">
                <a:solidFill>
                  <a:srgbClr val="153E48"/>
                </a:solidFill>
                <a:latin typeface="Pretendard"/>
                <a:ea typeface="Pretendard"/>
                <a:cs typeface="Pretendard"/>
              </a:rPr>
              <a:t>풍경 3점     체험 5점     미식 8점</a:t>
            </a:r>
          </a:p>
        </p:txBody>
      </p:sp>
      <p:sp>
        <p:nvSpPr>
          <p:cNvPr id="8" name="">
            <a:extLst xmlns:a="http://schemas.openxmlformats.org/drawingml/2006/main">
              <a:ext uri="{FF2B5EF4-FFF2-40B4-BE49-F238E27FC236}">
                <a16:creationId xmlns:a16="http://schemas.microsoft.com/office/drawing/2014/main" id="{DA2EE35A-F881-4193-AFBC-955336CAB022}"/>
              </a:ext>
            </a:extLst>
          </p:cNvPr>
          <p:cNvSpPr>
            <a:spLocks xmlns:a="http://schemas.openxmlformats.org/drawingml/2006/main" noGrp="1"/>
          </p:cNvSpPr>
          <p:nvPr/>
        </p:nvSpPr>
        <p:spPr>
          <a:xfrm xmlns:a="http://schemas.openxmlformats.org/drawingml/2006/main">
            <a:off x="609600" y="580072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986"/>
                </a:solidFill>
                <a:latin typeface="Pretendard"/>
                <a:ea typeface="Pretendard"/>
                <a:cs typeface="Pretendard"/>
              </a:defRPr>
            </a:pPr>
            <a:r>
              <a:rPr sz="2100" b="1">
                <a:solidFill>
                  <a:srgbClr val="087986"/>
                </a:solidFill>
                <a:latin typeface="Pretendard"/>
                <a:ea typeface="Pretendard"/>
                <a:cs typeface="Pretendard"/>
              </a:rPr>
              <a:t>개인 목표를 마칠지, 한 장을 더 모아 달인을 노릴지 고민합니다.</a:t>
            </a:r>
          </a:p>
        </p:txBody>
      </p:sp>
    </p:spTree>
    <p:extLst>
      <p:ext uri="{BB962C8B-B14F-4D97-AF65-F5344CB8AC3E}">
        <p14:creationId xmlns:p14="http://schemas.microsoft.com/office/powerpoint/2010/main" val="291614989"/>
      </p:ext>
    </p:extLst>
  </p:cSld>
</p:sld>
</file>

<file path=ppt/slides/slide7.xml><?xml version="1.0" encoding="utf-8"?>
<p:sld xmlns:p="http://schemas.openxmlformats.org/presentationml/2006/main">
  <p:cSld>
    <p:bg>
      <p:bgPr>
        <a:solidFill xmlns:a="http://schemas.openxmlformats.org/drawingml/2006/main">
          <a:srgbClr val="F8FA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D7FC174-CE6E-47BB-8AC7-2A55427C85BC}"/>
              </a:ext>
            </a:extLst>
          </p:cNvPr>
          <p:cNvSpPr>
            <a:spLocks xmlns:a="http://schemas.openxmlformats.org/drawingml/2006/main" noGrp="1"/>
          </p:cNvSpPr>
          <p:nvPr/>
        </p:nvSpPr>
        <p:spPr>
          <a:xfrm xmlns:a="http://schemas.openxmlformats.org/drawingml/2006/main">
            <a:off x="609600" y="6391275"/>
            <a:ext cx="133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55747B"/>
                </a:solidFill>
                <a:latin typeface="Pretendard"/>
                <a:ea typeface="Pretendard"/>
                <a:cs typeface="Pretendard"/>
              </a:defRPr>
            </a:pPr>
            <a:r>
              <a:rPr sz="1200" b="1">
                <a:solidFill>
                  <a:srgbClr val="55747B"/>
                </a:solidFill>
                <a:latin typeface="Pretendard"/>
                <a:ea typeface="Pretendard"/>
                <a:cs typeface="Pretendard"/>
              </a:rPr>
              <a:t>울릉마블</a:t>
            </a:r>
          </a:p>
        </p:txBody>
      </p:sp>
      <p:sp>
        <p:nvSpPr>
          <p:cNvPr id="2" name="">
            <a:extLst xmlns:a="http://schemas.openxmlformats.org/drawingml/2006/main">
              <a:ext uri="{FF2B5EF4-FFF2-40B4-BE49-F238E27FC236}">
                <a16:creationId xmlns:a16="http://schemas.microsoft.com/office/drawing/2014/main" id="{AEF16976-E1C6-46B8-949E-50D768CEC351}"/>
              </a:ext>
            </a:extLst>
          </p:cNvPr>
          <p:cNvSpPr>
            <a:spLocks xmlns:a="http://schemas.openxmlformats.org/drawingml/2006/main" noGrp="1"/>
          </p:cNvSpPr>
          <p:nvPr/>
        </p:nvSpPr>
        <p:spPr>
          <a:xfrm xmlns:a="http://schemas.openxmlformats.org/drawingml/2006/main">
            <a:off x="11029950" y="639127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5747B"/>
                </a:solidFill>
                <a:latin typeface="Pretendard"/>
                <a:ea typeface="Pretendard"/>
                <a:cs typeface="Pretendard"/>
              </a:defRPr>
            </a:pPr>
            <a:r>
              <a:rPr sz="1200" b="0">
                <a:solidFill>
                  <a:srgbClr val="55747B"/>
                </a:solidFill>
                <a:latin typeface="Pretendard"/>
                <a:ea typeface="Pretendard"/>
                <a:cs typeface="Pretendard"/>
              </a:rPr>
              <a:t>07</a:t>
            </a:r>
          </a:p>
        </p:txBody>
      </p:sp>
      <p:sp>
        <p:nvSpPr>
          <p:cNvPr id="3" name="">
            <a:extLst xmlns:a="http://schemas.openxmlformats.org/drawingml/2006/main">
              <a:ext uri="{FF2B5EF4-FFF2-40B4-BE49-F238E27FC236}">
                <a16:creationId xmlns:a16="http://schemas.microsoft.com/office/drawing/2014/main" id="{3FBAC1BF-BCB7-401E-AD03-ADB3B32073A4}"/>
              </a:ext>
            </a:extLst>
          </p:cNvPr>
          <p:cNvSpPr>
            <a:spLocks xmlns:a="http://schemas.openxmlformats.org/drawingml/2006/main" noGrp="1"/>
          </p:cNvSpPr>
          <p:nvPr/>
        </p:nvSpPr>
        <p:spPr>
          <a:xfrm xmlns:a="http://schemas.openxmlformats.org/drawingml/2006/main">
            <a:off x="609600" y="514350"/>
            <a:ext cx="10972800" cy="1095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525" b="1">
                <a:solidFill>
                  <a:srgbClr val="153E48"/>
                </a:solidFill>
                <a:latin typeface="Pretendard"/>
                <a:ea typeface="Pretendard"/>
                <a:cs typeface="Pretendard"/>
              </a:defRPr>
            </a:pPr>
            <a:r>
              <a:t>여행 기록 속에서 울릉도를 만납니다</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b863877dcbd4a44"/>
          <a:stretch xmlns:a="http://schemas.openxmlformats.org/drawingml/2006/main"/>
        </p:blipFill>
        <p:spPr>
          <a:xfrm xmlns:a="http://schemas.openxmlformats.org/drawingml/2006/main">
            <a:off x="819523" y="1524000"/>
            <a:ext cx="2694828" cy="41814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5A1CB3B-81BB-44D8-B73D-5FCD6C518CF7}"/>
              </a:ext>
            </a:extLst>
          </p:cNvPr>
          <p:cNvSpPr>
            <a:spLocks xmlns:a="http://schemas.openxmlformats.org/drawingml/2006/main" noGrp="1"/>
          </p:cNvSpPr>
          <p:nvPr/>
        </p:nvSpPr>
        <p:spPr>
          <a:xfrm xmlns:a="http://schemas.openxmlformats.org/drawingml/2006/main">
            <a:off x="819150" y="5819775"/>
            <a:ext cx="26955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b="1">
                <a:solidFill>
                  <a:srgbClr val="087986"/>
                </a:solidFill>
                <a:latin typeface="Pretendard"/>
                <a:ea typeface="Pretendard"/>
                <a:cs typeface="Pretendard"/>
              </a:defRPr>
            </a:pPr>
            <a:r>
              <a:rPr sz="1950" b="1">
                <a:solidFill>
                  <a:srgbClr val="087986"/>
                </a:solidFill>
                <a:latin typeface="Pretendard"/>
                <a:ea typeface="Pretendard"/>
                <a:cs typeface="Pretendard"/>
              </a:rPr>
              <a:t>풍경</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df2d2955e4a4b36"/>
          <a:stretch xmlns:a="http://schemas.openxmlformats.org/drawingml/2006/main"/>
        </p:blipFill>
        <p:spPr>
          <a:xfrm xmlns:a="http://schemas.openxmlformats.org/drawingml/2006/main">
            <a:off x="4610473" y="1524000"/>
            <a:ext cx="2694828" cy="41814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E98DB9A-9C00-45BB-900E-D74DD3EE50EF}"/>
              </a:ext>
            </a:extLst>
          </p:cNvPr>
          <p:cNvSpPr>
            <a:spLocks xmlns:a="http://schemas.openxmlformats.org/drawingml/2006/main" noGrp="1"/>
          </p:cNvSpPr>
          <p:nvPr/>
        </p:nvSpPr>
        <p:spPr>
          <a:xfrm xmlns:a="http://schemas.openxmlformats.org/drawingml/2006/main">
            <a:off x="4610100" y="5819775"/>
            <a:ext cx="26955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b="1">
                <a:solidFill>
                  <a:srgbClr val="087986"/>
                </a:solidFill>
                <a:latin typeface="Pretendard"/>
                <a:ea typeface="Pretendard"/>
                <a:cs typeface="Pretendard"/>
              </a:defRPr>
            </a:pPr>
            <a:r>
              <a:rPr sz="1950" b="1">
                <a:solidFill>
                  <a:srgbClr val="087986"/>
                </a:solidFill>
                <a:latin typeface="Pretendard"/>
                <a:ea typeface="Pretendard"/>
                <a:cs typeface="Pretendard"/>
              </a:rPr>
              <a:t>체험</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68a6ddb34fc4411"/>
          <a:stretch xmlns:a="http://schemas.openxmlformats.org/drawingml/2006/main"/>
        </p:blipFill>
        <p:spPr>
          <a:xfrm xmlns:a="http://schemas.openxmlformats.org/drawingml/2006/main">
            <a:off x="8401423" y="1524000"/>
            <a:ext cx="2694828" cy="41814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FDC03BE3-C954-47F1-B62D-B902DB321BAB}"/>
              </a:ext>
            </a:extLst>
          </p:cNvPr>
          <p:cNvSpPr>
            <a:spLocks xmlns:a="http://schemas.openxmlformats.org/drawingml/2006/main" noGrp="1"/>
          </p:cNvSpPr>
          <p:nvPr/>
        </p:nvSpPr>
        <p:spPr>
          <a:xfrm xmlns:a="http://schemas.openxmlformats.org/drawingml/2006/main">
            <a:off x="8401050" y="5819775"/>
            <a:ext cx="26955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b="1">
                <a:solidFill>
                  <a:srgbClr val="087986"/>
                </a:solidFill>
                <a:latin typeface="Pretendard"/>
                <a:ea typeface="Pretendard"/>
                <a:cs typeface="Pretendard"/>
              </a:defRPr>
            </a:pPr>
            <a:r>
              <a:rPr sz="1950" b="1">
                <a:solidFill>
                  <a:srgbClr val="087986"/>
                </a:solidFill>
                <a:latin typeface="Pretendard"/>
                <a:ea typeface="Pretendard"/>
                <a:cs typeface="Pretendard"/>
              </a:rPr>
              <a:t>미식</a:t>
            </a:r>
          </a:p>
        </p:txBody>
      </p:sp>
    </p:spTree>
    <p:extLst>
      <p:ext uri="{BB962C8B-B14F-4D97-AF65-F5344CB8AC3E}">
        <p14:creationId xmlns:p14="http://schemas.microsoft.com/office/powerpoint/2010/main" val="1511793673"/>
      </p:ext>
    </p:extLst>
  </p:cSld>
</p:sld>
</file>

<file path=ppt/slides/slide8.xml><?xml version="1.0" encoding="utf-8"?>
<p:sld xmlns:p="http://schemas.openxmlformats.org/presentationml/2006/main">
  <p:cSld>
    <p:bg>
      <p:bgPr>
        <a:solidFill xmlns:a="http://schemas.openxmlformats.org/drawingml/2006/main">
          <a:srgbClr val="F8FAF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1A87BE8-5589-4839-9114-447B54043FB5}"/>
              </a:ext>
            </a:extLst>
          </p:cNvPr>
          <p:cNvSpPr>
            <a:spLocks xmlns:a="http://schemas.openxmlformats.org/drawingml/2006/main" noGrp="1"/>
          </p:cNvSpPr>
          <p:nvPr/>
        </p:nvSpPr>
        <p:spPr>
          <a:xfrm xmlns:a="http://schemas.openxmlformats.org/drawingml/2006/main">
            <a:off x="609600" y="6391275"/>
            <a:ext cx="133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55747B"/>
                </a:solidFill>
                <a:latin typeface="Pretendard"/>
                <a:ea typeface="Pretendard"/>
                <a:cs typeface="Pretendard"/>
              </a:defRPr>
            </a:pPr>
            <a:r>
              <a:rPr sz="1200" b="1">
                <a:solidFill>
                  <a:srgbClr val="55747B"/>
                </a:solidFill>
                <a:latin typeface="Pretendard"/>
                <a:ea typeface="Pretendard"/>
                <a:cs typeface="Pretendard"/>
              </a:rPr>
              <a:t>울릉마블</a:t>
            </a:r>
          </a:p>
        </p:txBody>
      </p:sp>
      <p:sp>
        <p:nvSpPr>
          <p:cNvPr id="2" name="">
            <a:extLst xmlns:a="http://schemas.openxmlformats.org/drawingml/2006/main">
              <a:ext uri="{FF2B5EF4-FFF2-40B4-BE49-F238E27FC236}">
                <a16:creationId xmlns:a16="http://schemas.microsoft.com/office/drawing/2014/main" id="{05B2E5FC-1F23-4A19-9C2F-9B8EC8E49FC0}"/>
              </a:ext>
            </a:extLst>
          </p:cNvPr>
          <p:cNvSpPr>
            <a:spLocks xmlns:a="http://schemas.openxmlformats.org/drawingml/2006/main" noGrp="1"/>
          </p:cNvSpPr>
          <p:nvPr/>
        </p:nvSpPr>
        <p:spPr>
          <a:xfrm xmlns:a="http://schemas.openxmlformats.org/drawingml/2006/main">
            <a:off x="11029950" y="639127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5747B"/>
                </a:solidFill>
                <a:latin typeface="Pretendard"/>
                <a:ea typeface="Pretendard"/>
                <a:cs typeface="Pretendard"/>
              </a:defRPr>
            </a:pPr>
            <a:r>
              <a:rPr sz="1200" b="0">
                <a:solidFill>
                  <a:srgbClr val="55747B"/>
                </a:solidFill>
                <a:latin typeface="Pretendard"/>
                <a:ea typeface="Pretendard"/>
                <a:cs typeface="Pretendard"/>
              </a:rPr>
              <a:t>08</a:t>
            </a:r>
          </a:p>
        </p:txBody>
      </p:sp>
      <p:sp>
        <p:nvSpPr>
          <p:cNvPr id="3" name="">
            <a:extLst xmlns:a="http://schemas.openxmlformats.org/drawingml/2006/main">
              <a:ext uri="{FF2B5EF4-FFF2-40B4-BE49-F238E27FC236}">
                <a16:creationId xmlns:a16="http://schemas.microsoft.com/office/drawing/2014/main" id="{05FFB770-B3E5-4ABB-9337-C97C38CED9DE}"/>
              </a:ext>
            </a:extLst>
          </p:cNvPr>
          <p:cNvSpPr>
            <a:spLocks xmlns:a="http://schemas.openxmlformats.org/drawingml/2006/main" noGrp="1"/>
          </p:cNvSpPr>
          <p:nvPr/>
        </p:nvSpPr>
        <p:spPr>
          <a:xfrm xmlns:a="http://schemas.openxmlformats.org/drawingml/2006/main">
            <a:off x="609600" y="514350"/>
            <a:ext cx="10972800" cy="1095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525" b="1">
                <a:solidFill>
                  <a:srgbClr val="153E48"/>
                </a:solidFill>
                <a:latin typeface="Pretendard"/>
                <a:ea typeface="Pretendard"/>
                <a:cs typeface="Pretendard"/>
              </a:defRPr>
            </a:pPr>
            <a:r>
              <a:t>한 상자에 담은 울릉도 여행</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a40630622c24040"/>
          <a:stretch xmlns:a="http://schemas.openxmlformats.org/drawingml/2006/main"/>
        </p:blipFill>
        <p:spPr>
          <a:xfrm xmlns:a="http://schemas.openxmlformats.org/drawingml/2006/main">
            <a:off x="613156" y="1952625"/>
            <a:ext cx="5488813" cy="34671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538aa5b4bbef4f2f"/>
          <a:stretch xmlns:a="http://schemas.openxmlformats.org/drawingml/2006/main"/>
        </p:blipFill>
        <p:spPr>
          <a:xfrm xmlns:a="http://schemas.openxmlformats.org/drawingml/2006/main">
            <a:off x="6143625" y="1747798"/>
            <a:ext cx="1762125" cy="2505154"/>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897c319b7b244a58"/>
          <a:stretch xmlns:a="http://schemas.openxmlformats.org/drawingml/2006/main"/>
        </p:blipFill>
        <p:spPr>
          <a:xfrm xmlns:a="http://schemas.openxmlformats.org/drawingml/2006/main">
            <a:off x="8124825" y="2281103"/>
            <a:ext cx="1019175" cy="1581420"/>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b9ea84f927b343cd"/>
          <a:stretch xmlns:a="http://schemas.openxmlformats.org/drawingml/2006/main"/>
        </p:blipFill>
        <p:spPr>
          <a:xfrm xmlns:a="http://schemas.openxmlformats.org/drawingml/2006/main">
            <a:off x="8829675" y="2119178"/>
            <a:ext cx="1019175" cy="1581420"/>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bbf8b310f364230"/>
          <a:stretch xmlns:a="http://schemas.openxmlformats.org/drawingml/2006/main"/>
        </p:blipFill>
        <p:spPr>
          <a:xfrm xmlns:a="http://schemas.openxmlformats.org/drawingml/2006/main">
            <a:off x="9534525" y="1957253"/>
            <a:ext cx="1019175" cy="1581420"/>
          </a:xfrm>
          <a:prstGeom xmlns:a="http://schemas.openxmlformats.org/drawingml/2006/main" prst="rect">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ac5c273073148e6"/>
          <a:stretch xmlns:a="http://schemas.openxmlformats.org/drawingml/2006/main"/>
        </p:blipFill>
        <p:spPr>
          <a:xfrm xmlns:a="http://schemas.openxmlformats.org/drawingml/2006/main">
            <a:off x="6553200" y="4514850"/>
            <a:ext cx="762000" cy="762000"/>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8c52b9f4209846b1"/>
          <a:stretch xmlns:a="http://schemas.openxmlformats.org/drawingml/2006/main"/>
        </p:blipFill>
        <p:spPr>
          <a:xfrm xmlns:a="http://schemas.openxmlformats.org/drawingml/2006/main">
            <a:off x="7591425" y="4514850"/>
            <a:ext cx="762000" cy="762000"/>
          </a:xfrm>
          <a:prstGeom xmlns:a="http://schemas.openxmlformats.org/drawingml/2006/main" prst="rect">
            <a:avLst/>
          </a:prstGeom>
        </p:spPr>
      </p:pic>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cfe7a0ada6f14f06"/>
          <a:stretch xmlns:a="http://schemas.openxmlformats.org/drawingml/2006/main"/>
        </p:blipFill>
        <p:spPr>
          <a:xfrm xmlns:a="http://schemas.openxmlformats.org/drawingml/2006/main">
            <a:off x="8629650" y="4514850"/>
            <a:ext cx="762000" cy="762000"/>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279b384fe90c4e7a"/>
          <a:stretch xmlns:a="http://schemas.openxmlformats.org/drawingml/2006/main"/>
        </p:blipFill>
        <p:spPr>
          <a:xfrm xmlns:a="http://schemas.openxmlformats.org/drawingml/2006/main">
            <a:off x="9667875" y="4514850"/>
            <a:ext cx="762000" cy="7620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DF25721F-AF8A-4CBA-9117-75A7EA6AC81E}"/>
              </a:ext>
            </a:extLst>
          </p:cNvPr>
          <p:cNvSpPr>
            <a:spLocks xmlns:a="http://schemas.openxmlformats.org/drawingml/2006/main" noGrp="1"/>
          </p:cNvSpPr>
          <p:nvPr/>
        </p:nvSpPr>
        <p:spPr>
          <a:xfrm xmlns:a="http://schemas.openxmlformats.org/drawingml/2006/main">
            <a:off x="609600" y="56578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3E48"/>
                </a:solidFill>
                <a:latin typeface="Pretendard"/>
                <a:ea typeface="Pretendard"/>
                <a:cs typeface="Pretendard"/>
              </a:defRPr>
            </a:pPr>
            <a:r>
              <a:rPr sz="2100" b="1">
                <a:solidFill>
                  <a:srgbClr val="153E48"/>
                </a:solidFill>
                <a:latin typeface="Pretendard"/>
                <a:ea typeface="Pretendard"/>
                <a:cs typeface="Pretendard"/>
              </a:rPr>
              <a:t>보드 1개 · 카드 233장 · 여행자북 8권 · 규칙서 1권</a:t>
            </a:r>
          </a:p>
        </p:txBody>
      </p:sp>
      <p:sp>
        <p:nvSpPr>
          <p:cNvPr id="14" name="">
            <a:extLst xmlns:a="http://schemas.openxmlformats.org/drawingml/2006/main">
              <a:ext uri="{FF2B5EF4-FFF2-40B4-BE49-F238E27FC236}">
                <a16:creationId xmlns:a16="http://schemas.microsoft.com/office/drawing/2014/main" id="{7B84484A-8771-40E5-87B6-14EE4D957EBA}"/>
              </a:ext>
            </a:extLst>
          </p:cNvPr>
          <p:cNvSpPr>
            <a:spLocks xmlns:a="http://schemas.openxmlformats.org/drawingml/2006/main" noGrp="1"/>
          </p:cNvSpPr>
          <p:nvPr/>
        </p:nvSpPr>
        <p:spPr>
          <a:xfrm xmlns:a="http://schemas.openxmlformats.org/drawingml/2006/main">
            <a:off x="609600" y="60579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5747B"/>
                </a:solidFill>
                <a:latin typeface="Pretendard"/>
                <a:ea typeface="Pretendard"/>
                <a:cs typeface="Pretendard"/>
              </a:defRPr>
            </a:pPr>
            <a:r>
              <a:rPr sz="1725" b="0">
                <a:solidFill>
                  <a:srgbClr val="55747B"/>
                </a:solidFill>
                <a:latin typeface="Pretendard"/>
                <a:ea typeface="Pretendard"/>
                <a:cs typeface="Pretendard"/>
              </a:rPr>
              <a:t>미플 8개 · 예산 큐브 8개 · 주사위 2개 · 라운드 말 · 연필</a:t>
            </a:r>
          </a:p>
        </p:txBody>
      </p:sp>
    </p:spTree>
    <p:extLst>
      <p:ext uri="{BB962C8B-B14F-4D97-AF65-F5344CB8AC3E}">
        <p14:creationId xmlns:p14="http://schemas.microsoft.com/office/powerpoint/2010/main" val="52094608"/>
      </p:ext>
    </p:extLst>
  </p:cSld>
</p:sld>
</file>

<file path=ppt/slides/slide9.xml><?xml version="1.0" encoding="utf-8"?>
<p:sld xmlns:p="http://schemas.openxmlformats.org/presentationml/2006/main">
  <p:cSld>
    <p:bg>
      <p:bgPr>
        <a:solidFill xmlns:a="http://schemas.openxmlformats.org/drawingml/2006/main">
          <a:srgbClr val="F8FA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38C2219-CE56-4C12-9D51-24D99967D717}"/>
              </a:ext>
            </a:extLst>
          </p:cNvPr>
          <p:cNvSpPr>
            <a:spLocks xmlns:a="http://schemas.openxmlformats.org/drawingml/2006/main" noGrp="1"/>
          </p:cNvSpPr>
          <p:nvPr/>
        </p:nvSpPr>
        <p:spPr>
          <a:xfrm xmlns:a="http://schemas.openxmlformats.org/drawingml/2006/main">
            <a:off x="609600" y="6391275"/>
            <a:ext cx="133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55747B"/>
                </a:solidFill>
                <a:latin typeface="Pretendard"/>
                <a:ea typeface="Pretendard"/>
                <a:cs typeface="Pretendard"/>
              </a:defRPr>
            </a:pPr>
            <a:r>
              <a:rPr sz="1200" b="1">
                <a:solidFill>
                  <a:srgbClr val="55747B"/>
                </a:solidFill>
                <a:latin typeface="Pretendard"/>
                <a:ea typeface="Pretendard"/>
                <a:cs typeface="Pretendard"/>
              </a:rPr>
              <a:t>울릉마블</a:t>
            </a:r>
          </a:p>
        </p:txBody>
      </p:sp>
      <p:sp>
        <p:nvSpPr>
          <p:cNvPr id="2" name="">
            <a:extLst xmlns:a="http://schemas.openxmlformats.org/drawingml/2006/main">
              <a:ext uri="{FF2B5EF4-FFF2-40B4-BE49-F238E27FC236}">
                <a16:creationId xmlns:a16="http://schemas.microsoft.com/office/drawing/2014/main" id="{8A2FB43B-87BC-48B6-AC78-548589BCBBFF}"/>
              </a:ext>
            </a:extLst>
          </p:cNvPr>
          <p:cNvSpPr>
            <a:spLocks xmlns:a="http://schemas.openxmlformats.org/drawingml/2006/main" noGrp="1"/>
          </p:cNvSpPr>
          <p:nvPr/>
        </p:nvSpPr>
        <p:spPr>
          <a:xfrm xmlns:a="http://schemas.openxmlformats.org/drawingml/2006/main">
            <a:off x="11029950" y="639127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5747B"/>
                </a:solidFill>
                <a:latin typeface="Pretendard"/>
                <a:ea typeface="Pretendard"/>
                <a:cs typeface="Pretendard"/>
              </a:defRPr>
            </a:pPr>
            <a:r>
              <a:rPr sz="1200" b="0">
                <a:solidFill>
                  <a:srgbClr val="55747B"/>
                </a:solidFill>
                <a:latin typeface="Pretendard"/>
                <a:ea typeface="Pretendard"/>
                <a:cs typeface="Pretendard"/>
              </a:rPr>
              <a:t>09</a:t>
            </a:r>
          </a:p>
        </p:txBody>
      </p:sp>
      <p:sp>
        <p:nvSpPr>
          <p:cNvPr id="3" name="">
            <a:extLst xmlns:a="http://schemas.openxmlformats.org/drawingml/2006/main">
              <a:ext uri="{FF2B5EF4-FFF2-40B4-BE49-F238E27FC236}">
                <a16:creationId xmlns:a16="http://schemas.microsoft.com/office/drawing/2014/main" id="{44E33DFD-AF0C-41B8-9F8D-F10084182798}"/>
              </a:ext>
            </a:extLst>
          </p:cNvPr>
          <p:cNvSpPr>
            <a:spLocks xmlns:a="http://schemas.openxmlformats.org/drawingml/2006/main" noGrp="1"/>
          </p:cNvSpPr>
          <p:nvPr/>
        </p:nvSpPr>
        <p:spPr>
          <a:xfrm xmlns:a="http://schemas.openxmlformats.org/drawingml/2006/main">
            <a:off x="609600" y="514350"/>
            <a:ext cx="10972800" cy="1095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525" b="1">
                <a:solidFill>
                  <a:srgbClr val="153E48"/>
                </a:solidFill>
                <a:latin typeface="Pretendard"/>
                <a:ea typeface="Pretendard"/>
                <a:cs typeface="Pretendard"/>
              </a:defRPr>
            </a:pPr>
            <a:r>
              <a:t>테이블에서도, 각자의 화면에서도</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b7ae672b0824e45"/>
          <a:stretch xmlns:a="http://schemas.openxmlformats.org/drawingml/2006/main"/>
        </p:blipFill>
        <p:spPr>
          <a:xfrm xmlns:a="http://schemas.openxmlformats.org/drawingml/2006/main">
            <a:off x="812346" y="1524000"/>
            <a:ext cx="4776107" cy="4000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4CCCC75-A940-4A6C-83A8-C334F75E15FA}"/>
              </a:ext>
            </a:extLst>
          </p:cNvPr>
          <p:cNvSpPr>
            <a:spLocks xmlns:a="http://schemas.openxmlformats.org/drawingml/2006/main" noGrp="1"/>
          </p:cNvSpPr>
          <p:nvPr/>
        </p:nvSpPr>
        <p:spPr>
          <a:xfrm xmlns:a="http://schemas.openxmlformats.org/drawingml/2006/main">
            <a:off x="6391275" y="1771650"/>
            <a:ext cx="50387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53E48"/>
                </a:solidFill>
                <a:latin typeface="Pretendard"/>
                <a:ea typeface="Pretendard"/>
                <a:cs typeface="Pretendard"/>
              </a:defRPr>
            </a:pPr>
            <a:r>
              <a:rPr sz="2550" b="1">
                <a:solidFill>
                  <a:srgbClr val="153E48"/>
                </a:solidFill>
                <a:latin typeface="Pretendard"/>
                <a:ea typeface="Pretendard"/>
                <a:cs typeface="Pretendard"/>
              </a:rPr>
              <a:t>테이블 모드</a:t>
            </a:r>
          </a:p>
        </p:txBody>
      </p:sp>
      <p:sp>
        <p:nvSpPr>
          <p:cNvPr id="6" name="">
            <a:extLst xmlns:a="http://schemas.openxmlformats.org/drawingml/2006/main">
              <a:ext uri="{FF2B5EF4-FFF2-40B4-BE49-F238E27FC236}">
                <a16:creationId xmlns:a16="http://schemas.microsoft.com/office/drawing/2014/main" id="{F42D20B2-4D00-459E-AA46-591217BA20F9}"/>
              </a:ext>
            </a:extLst>
          </p:cNvPr>
          <p:cNvSpPr>
            <a:spLocks xmlns:a="http://schemas.openxmlformats.org/drawingml/2006/main" noGrp="1"/>
          </p:cNvSpPr>
          <p:nvPr/>
        </p:nvSpPr>
        <p:spPr>
          <a:xfrm xmlns:a="http://schemas.openxmlformats.org/drawingml/2006/main">
            <a:off x="6391275" y="2352675"/>
            <a:ext cx="50673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5747B"/>
                </a:solidFill>
                <a:latin typeface="Pretendard"/>
                <a:ea typeface="Pretendard"/>
                <a:cs typeface="Pretendard"/>
              </a:defRPr>
            </a:pPr>
            <a:r>
              <a:rPr sz="2100" b="0">
                <a:solidFill>
                  <a:srgbClr val="55747B"/>
                </a:solidFill>
                <a:latin typeface="Pretendard"/>
                <a:ea typeface="Pretendard"/>
                <a:cs typeface="Pretendard"/>
              </a:rPr>
              <a:t>말과 카드를 직접 옮기며</a:t>
            </a:r>
          </a:p>
          <a:p xmlns:a="http://schemas.openxmlformats.org/drawingml/2006/main">
            <a:pPr algn="l">
              <a:defRPr sz="2100" b="0">
                <a:solidFill>
                  <a:srgbClr val="55747B"/>
                </a:solidFill>
                <a:latin typeface="Pretendard"/>
                <a:ea typeface="Pretendard"/>
                <a:cs typeface="Pretendard"/>
              </a:defRPr>
            </a:pPr>
            <a:r>
              <a:rPr sz="2100" b="0">
                <a:solidFill>
                  <a:srgbClr val="55747B"/>
                </a:solidFill>
                <a:latin typeface="Pretendard"/>
                <a:ea typeface="Pretendard"/>
                <a:cs typeface="Pretendard"/>
              </a:rPr>
              <a:t>실제 보드게임처럼 진행합니다.</a:t>
            </a:r>
          </a:p>
        </p:txBody>
      </p:sp>
      <p:sp>
        <p:nvSpPr>
          <p:cNvPr id="7" name="">
            <a:extLst xmlns:a="http://schemas.openxmlformats.org/drawingml/2006/main">
              <a:ext uri="{FF2B5EF4-FFF2-40B4-BE49-F238E27FC236}">
                <a16:creationId xmlns:a16="http://schemas.microsoft.com/office/drawing/2014/main" id="{9B3B9D07-AC0B-4C31-8264-C85092781DD7}"/>
              </a:ext>
            </a:extLst>
          </p:cNvPr>
          <p:cNvSpPr>
            <a:spLocks xmlns:a="http://schemas.openxmlformats.org/drawingml/2006/main" noGrp="1"/>
          </p:cNvSpPr>
          <p:nvPr/>
        </p:nvSpPr>
        <p:spPr>
          <a:xfrm xmlns:a="http://schemas.openxmlformats.org/drawingml/2006/main">
            <a:off x="6391275" y="3714750"/>
            <a:ext cx="50387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53E48"/>
                </a:solidFill>
                <a:latin typeface="Pretendard"/>
                <a:ea typeface="Pretendard"/>
                <a:cs typeface="Pretendard"/>
              </a:defRPr>
            </a:pPr>
            <a:r>
              <a:rPr sz="2550" b="1">
                <a:solidFill>
                  <a:srgbClr val="153E48"/>
                </a:solidFill>
                <a:latin typeface="Pretendard"/>
                <a:ea typeface="Pretendard"/>
                <a:cs typeface="Pretendard"/>
              </a:rPr>
              <a:t>온라인 모드</a:t>
            </a:r>
          </a:p>
        </p:txBody>
      </p:sp>
      <p:sp>
        <p:nvSpPr>
          <p:cNvPr id="8" name="">
            <a:extLst xmlns:a="http://schemas.openxmlformats.org/drawingml/2006/main">
              <a:ext uri="{FF2B5EF4-FFF2-40B4-BE49-F238E27FC236}">
                <a16:creationId xmlns:a16="http://schemas.microsoft.com/office/drawing/2014/main" id="{DC6F178E-BB3C-48C3-B6B3-9A199C41EA9C}"/>
              </a:ext>
            </a:extLst>
          </p:cNvPr>
          <p:cNvSpPr>
            <a:spLocks xmlns:a="http://schemas.openxmlformats.org/drawingml/2006/main" noGrp="1"/>
          </p:cNvSpPr>
          <p:nvPr/>
        </p:nvSpPr>
        <p:spPr>
          <a:xfrm xmlns:a="http://schemas.openxmlformats.org/drawingml/2006/main">
            <a:off x="6391275" y="4295775"/>
            <a:ext cx="5191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5747B"/>
                </a:solidFill>
                <a:latin typeface="Pretendard"/>
                <a:ea typeface="Pretendard"/>
                <a:cs typeface="Pretendard"/>
              </a:defRPr>
            </a:pPr>
            <a:r>
              <a:rPr sz="2100" b="0">
                <a:solidFill>
                  <a:srgbClr val="55747B"/>
                </a:solidFill>
                <a:latin typeface="Pretendard"/>
                <a:ea typeface="Pretendard"/>
                <a:cs typeface="Pretendard"/>
              </a:rPr>
              <a:t>각자 휴대폰·PC로 같은 방에 접속합니다.</a:t>
            </a:r>
          </a:p>
          <a:p xmlns:a="http://schemas.openxmlformats.org/drawingml/2006/main">
            <a:pPr algn="l">
              <a:defRPr sz="2100" b="0">
                <a:solidFill>
                  <a:srgbClr val="55747B"/>
                </a:solidFill>
                <a:latin typeface="Pretendard"/>
                <a:ea typeface="Pretendard"/>
                <a:cs typeface="Pretendard"/>
              </a:defRPr>
            </a:pPr>
            <a:r>
              <a:rPr sz="2100" b="0">
                <a:solidFill>
                  <a:srgbClr val="55747B"/>
                </a:solidFill>
                <a:latin typeface="Pretendard"/>
                <a:ea typeface="Pretendard"/>
                <a:cs typeface="Pretendard"/>
              </a:rPr>
              <a:t>이동과 효과, 점수는 게임이 처리합니다.</a:t>
            </a:r>
          </a:p>
        </p:txBody>
      </p:sp>
      <p:sp>
        <p:nvSpPr>
          <p:cNvPr id="9" name="">
            <a:extLst xmlns:a="http://schemas.openxmlformats.org/drawingml/2006/main">
              <a:ext uri="{FF2B5EF4-FFF2-40B4-BE49-F238E27FC236}">
                <a16:creationId xmlns:a16="http://schemas.microsoft.com/office/drawing/2014/main" id="{974FC58D-63C0-4879-BE83-F269619E85D0}"/>
              </a:ext>
            </a:extLst>
          </p:cNvPr>
          <p:cNvSpPr>
            <a:spLocks xmlns:a="http://schemas.openxmlformats.org/drawingml/2006/main" noGrp="1"/>
          </p:cNvSpPr>
          <p:nvPr/>
        </p:nvSpPr>
        <p:spPr>
          <a:xfrm xmlns:a="http://schemas.openxmlformats.org/drawingml/2006/main">
            <a:off x="609600" y="5581650"/>
            <a:ext cx="533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87986"/>
                </a:solidFill>
                <a:latin typeface="Pretendard"/>
                <a:ea typeface="Pretendard"/>
                <a:cs typeface="Pretendard"/>
              </a:defRPr>
            </a:pPr>
            <a:r>
              <a:rPr sz="2175" b="1">
                <a:solidFill>
                  <a:srgbClr val="087986"/>
                </a:solidFill>
                <a:latin typeface="Pretendard"/>
                <a:ea typeface="Pretendard"/>
                <a:cs typeface="Pretendard"/>
                <a:hlinkClick xmlns:r="http://schemas.openxmlformats.org/officeDocument/2006/relationships" r:id="Ref8c720d00a1482a"/>
              </a:rPr>
              <a:t>두 가지 플레이 방식 열기 ↗</a:t>
            </a:r>
          </a:p>
        </p:txBody>
      </p:sp>
    </p:spTree>
    <p:extLst>
      <p:ext uri="{BB962C8B-B14F-4D97-AF65-F5344CB8AC3E}">
        <p14:creationId xmlns:p14="http://schemas.microsoft.com/office/powerpoint/2010/main" val="1843864680"/>
      </p:ext>
    </p:extLst>
  </p:cSld>
</p:sld>
</file>

<file path=ppt/slides/slide10.xml><?xml version="1.0" encoding="utf-8"?>
<p:sld xmlns:p="http://schemas.openxmlformats.org/presentationml/2006/main">
  <p:cSld>
    <p:bg>
      <p:bgPr>
        <a:solidFill xmlns:a="http://schemas.openxmlformats.org/drawingml/2006/main">
          <a:srgbClr val="153E4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6994F29-DF90-400F-9020-F27FC5927922}"/>
              </a:ext>
            </a:extLst>
          </p:cNvPr>
          <p:cNvSpPr>
            <a:spLocks xmlns:a="http://schemas.openxmlformats.org/drawingml/2006/main" noGrp="1"/>
          </p:cNvSpPr>
          <p:nvPr/>
        </p:nvSpPr>
        <p:spPr>
          <a:xfrm xmlns:a="http://schemas.openxmlformats.org/drawingml/2006/main">
            <a:off x="609600" y="6391275"/>
            <a:ext cx="133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CFE4E5"/>
                </a:solidFill>
                <a:latin typeface="Pretendard"/>
                <a:ea typeface="Pretendard"/>
                <a:cs typeface="Pretendard"/>
              </a:defRPr>
            </a:pPr>
            <a:r>
              <a:rPr sz="1200" b="1">
                <a:solidFill>
                  <a:srgbClr val="CFE4E5"/>
                </a:solidFill>
                <a:latin typeface="Pretendard"/>
                <a:ea typeface="Pretendard"/>
                <a:cs typeface="Pretendard"/>
              </a:rPr>
              <a:t>울릉마블</a:t>
            </a:r>
          </a:p>
        </p:txBody>
      </p:sp>
      <p:sp>
        <p:nvSpPr>
          <p:cNvPr id="2" name="">
            <a:extLst xmlns:a="http://schemas.openxmlformats.org/drawingml/2006/main">
              <a:ext uri="{FF2B5EF4-FFF2-40B4-BE49-F238E27FC236}">
                <a16:creationId xmlns:a16="http://schemas.microsoft.com/office/drawing/2014/main" id="{F5585951-32F8-406F-BB14-11E71141FAF9}"/>
              </a:ext>
            </a:extLst>
          </p:cNvPr>
          <p:cNvSpPr>
            <a:spLocks xmlns:a="http://schemas.openxmlformats.org/drawingml/2006/main" noGrp="1"/>
          </p:cNvSpPr>
          <p:nvPr/>
        </p:nvSpPr>
        <p:spPr>
          <a:xfrm xmlns:a="http://schemas.openxmlformats.org/drawingml/2006/main">
            <a:off x="11029950" y="639127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CFE4E5"/>
                </a:solidFill>
                <a:latin typeface="Pretendard"/>
                <a:ea typeface="Pretendard"/>
                <a:cs typeface="Pretendard"/>
              </a:defRPr>
            </a:pPr>
            <a:r>
              <a:rPr sz="1200" b="0">
                <a:solidFill>
                  <a:srgbClr val="CFE4E5"/>
                </a:solidFill>
                <a:latin typeface="Pretendard"/>
                <a:ea typeface="Pretendard"/>
                <a:cs typeface="Pretendard"/>
              </a:rPr>
              <a:t>10</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8e82aba03e494627"/>
          <a:srcRect xmlns:a="http://schemas.openxmlformats.org/drawingml/2006/main" l="25741" t="0" r="25741" b="0"/>
          <a:stretch xmlns:a="http://schemas.openxmlformats.org/drawingml/2006/main">
            <a:fillRect l="0" t="0" r="0" b="0"/>
          </a:stretch>
        </p:blipFill>
        <p:spPr>
          <a:xfrm xmlns:a="http://schemas.openxmlformats.org/drawingml/2006/main">
            <a:off x="7200900" y="0"/>
            <a:ext cx="4991100"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3882A91-7CD6-43E6-B245-A8D05E33EE80}"/>
              </a:ext>
            </a:extLst>
          </p:cNvPr>
          <p:cNvSpPr>
            <a:spLocks xmlns:a="http://schemas.openxmlformats.org/drawingml/2006/main" noGrp="1"/>
          </p:cNvSpPr>
          <p:nvPr/>
        </p:nvSpPr>
        <p:spPr>
          <a:xfrm xmlns:a="http://schemas.openxmlformats.org/drawingml/2006/main">
            <a:off x="609600" y="1219200"/>
            <a:ext cx="64770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FFFF"/>
                </a:solidFill>
                <a:latin typeface="Pretendard"/>
                <a:ea typeface="Pretendard"/>
                <a:cs typeface="Pretendard"/>
              </a:defRPr>
            </a:pPr>
            <a:r>
              <a:rPr sz="4350" b="1">
                <a:solidFill>
                  <a:srgbClr val="FFFFFF"/>
                </a:solidFill>
                <a:latin typeface="Pretendard"/>
                <a:ea typeface="Pretendard"/>
                <a:cs typeface="Pretendard"/>
              </a:rPr>
              <a:t>이번 모임은,</a:t>
            </a:r>
          </a:p>
          <a:p xmlns:a="http://schemas.openxmlformats.org/drawingml/2006/main">
            <a:pPr algn="l">
              <a:defRPr sz="4350" b="1">
                <a:solidFill>
                  <a:srgbClr val="FFFFFF"/>
                </a:solidFill>
                <a:latin typeface="Pretendard"/>
                <a:ea typeface="Pretendard"/>
                <a:cs typeface="Pretendard"/>
              </a:defRPr>
            </a:pPr>
            <a:r>
              <a:rPr sz="4350" b="1">
                <a:solidFill>
                  <a:srgbClr val="FFFFFF"/>
                </a:solidFill>
                <a:latin typeface="Pretendard"/>
                <a:ea typeface="Pretendard"/>
                <a:cs typeface="Pretendard"/>
              </a:rPr>
              <a:t>울릉도로 떠나볼까요?</a:t>
            </a:r>
          </a:p>
        </p:txBody>
      </p:sp>
      <p:sp>
        <p:nvSpPr>
          <p:cNvPr id="5" name="">
            <a:extLst xmlns:a="http://schemas.openxmlformats.org/drawingml/2006/main">
              <a:ext uri="{FF2B5EF4-FFF2-40B4-BE49-F238E27FC236}">
                <a16:creationId xmlns:a16="http://schemas.microsoft.com/office/drawing/2014/main" id="{082A4E98-7E4F-42EF-8548-54D418841AE2}"/>
              </a:ext>
            </a:extLst>
          </p:cNvPr>
          <p:cNvSpPr>
            <a:spLocks xmlns:a="http://schemas.openxmlformats.org/drawingml/2006/main" noGrp="1"/>
          </p:cNvSpPr>
          <p:nvPr/>
        </p:nvSpPr>
        <p:spPr>
          <a:xfrm xmlns:a="http://schemas.openxmlformats.org/drawingml/2006/main">
            <a:off x="638175" y="3362325"/>
            <a:ext cx="6019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D9ECEC"/>
                </a:solidFill>
                <a:latin typeface="Pretendard"/>
                <a:ea typeface="Pretendard"/>
                <a:cs typeface="Pretendard"/>
              </a:defRPr>
            </a:pPr>
            <a:r>
              <a:rPr sz="2250" b="0">
                <a:solidFill>
                  <a:srgbClr val="D9ECEC"/>
                </a:solidFill>
                <a:latin typeface="Pretendard"/>
                <a:ea typeface="Pretendard"/>
                <a:cs typeface="Pretendard"/>
              </a:rPr>
              <a:t>가고 싶은 곳을 고르고,</a:t>
            </a:r>
          </a:p>
          <a:p xmlns:a="http://schemas.openxmlformats.org/drawingml/2006/main">
            <a:pPr algn="l">
              <a:defRPr sz="2250" b="0">
                <a:solidFill>
                  <a:srgbClr val="D9ECEC"/>
                </a:solidFill>
                <a:latin typeface="Pretendard"/>
                <a:ea typeface="Pretendard"/>
                <a:cs typeface="Pretendard"/>
              </a:defRPr>
            </a:pPr>
            <a:r>
              <a:rPr sz="2250" b="0">
                <a:solidFill>
                  <a:srgbClr val="D9ECEC"/>
                </a:solidFill>
                <a:latin typeface="Pretendard"/>
                <a:ea typeface="Pretendard"/>
                <a:cs typeface="Pretendard"/>
              </a:rPr>
              <a:t>내 앞에 한 번의 여행을 남깁니다.</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5e55cdc7ec54635"/>
          <a:stretch xmlns:a="http://schemas.openxmlformats.org/drawingml/2006/main"/>
        </p:blipFill>
        <p:spPr>
          <a:xfrm xmlns:a="http://schemas.openxmlformats.org/drawingml/2006/main">
            <a:off x="609600" y="4667250"/>
            <a:ext cx="1438275" cy="14382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13F127C-D012-467D-8FDB-2182AE06C471}"/>
              </a:ext>
            </a:extLst>
          </p:cNvPr>
          <p:cNvSpPr>
            <a:spLocks xmlns:a="http://schemas.openxmlformats.org/drawingml/2006/main" noGrp="1"/>
          </p:cNvSpPr>
          <p:nvPr/>
        </p:nvSpPr>
        <p:spPr>
          <a:xfrm xmlns:a="http://schemas.openxmlformats.org/drawingml/2006/main">
            <a:off x="2333625" y="4857750"/>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Pretendard"/>
                <a:ea typeface="Pretendard"/>
                <a:cs typeface="Pretendard"/>
              </a:defRPr>
            </a:pPr>
            <a:r>
              <a:rPr sz="2100" b="1">
                <a:solidFill>
                  <a:srgbClr val="FFFFFF"/>
                </a:solidFill>
                <a:latin typeface="Pretendard"/>
                <a:ea typeface="Pretendard"/>
                <a:cs typeface="Pretendard"/>
                <a:hlinkClick xmlns:r="http://schemas.openxmlformats.org/officeDocument/2006/relationships" r:id="Ra48f79a9d9c54e45"/>
              </a:rPr>
              <a:t>한 차례 먼저 해보기 ↗</a:t>
            </a:r>
          </a:p>
        </p:txBody>
      </p:sp>
      <p:sp>
        <p:nvSpPr>
          <p:cNvPr id="8" name="">
            <a:extLst xmlns:a="http://schemas.openxmlformats.org/drawingml/2006/main">
              <a:ext uri="{FF2B5EF4-FFF2-40B4-BE49-F238E27FC236}">
                <a16:creationId xmlns:a16="http://schemas.microsoft.com/office/drawing/2014/main" id="{1A6EFC4E-A7DC-4737-934A-3896D34CD134}"/>
              </a:ext>
            </a:extLst>
          </p:cNvPr>
          <p:cNvSpPr>
            <a:spLocks xmlns:a="http://schemas.openxmlformats.org/drawingml/2006/main" noGrp="1"/>
          </p:cNvSpPr>
          <p:nvPr/>
        </p:nvSpPr>
        <p:spPr>
          <a:xfrm xmlns:a="http://schemas.openxmlformats.org/drawingml/2006/main">
            <a:off x="2333625" y="5438775"/>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D9ECEC"/>
                </a:solidFill>
                <a:latin typeface="Pretendard"/>
                <a:ea typeface="Pretendard"/>
                <a:cs typeface="Pretendard"/>
              </a:defRPr>
            </a:pPr>
            <a:r>
              <a:rPr sz="1950" b="1">
                <a:solidFill>
                  <a:srgbClr val="D9ECEC"/>
                </a:solidFill>
                <a:latin typeface="Pretendard"/>
                <a:ea typeface="Pretendard"/>
                <a:cs typeface="Pretendard"/>
                <a:hlinkClick xmlns:r="http://schemas.openxmlformats.org/officeDocument/2006/relationships" r:id="R104f9d5dd6e14b92"/>
              </a:rPr>
              <a:t>60초 소개 영상 보기 ↗</a:t>
            </a:r>
          </a:p>
        </p:txBody>
      </p:sp>
    </p:spTree>
    <p:extLst>
      <p:ext uri="{BB962C8B-B14F-4D97-AF65-F5344CB8AC3E}">
        <p14:creationId xmlns:p14="http://schemas.microsoft.com/office/powerpoint/2010/main" val="1346062972"/>
      </p:ext>
    </p:extLst>
  </p:cSld>
</p:sld>
</file>

<file path=ppt/slides/slide11.xml><?xml version="1.0" encoding="utf-8"?>
<p:sld xmlns:p="http://schemas.openxmlformats.org/presentationml/2006/main">
  <p:cSld>
    <p:bg>
      <p:bgPr>
        <a:solidFill xmlns:a="http://schemas.openxmlformats.org/drawingml/2006/main">
          <a:srgbClr val="F8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476E6A0-44A1-4F30-8AFF-8736A5B79E80}"/>
              </a:ext>
            </a:extLst>
          </p:cNvPr>
          <p:cNvSpPr>
            <a:spLocks xmlns:a="http://schemas.openxmlformats.org/drawingml/2006/main" noGrp="1"/>
          </p:cNvSpPr>
          <p:nvPr/>
        </p:nvSpPr>
        <p:spPr>
          <a:xfrm xmlns:a="http://schemas.openxmlformats.org/drawingml/2006/main">
            <a:off x="609600" y="6391275"/>
            <a:ext cx="133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55747B"/>
                </a:solidFill>
                <a:latin typeface="Pretendard"/>
                <a:ea typeface="Pretendard"/>
                <a:cs typeface="Pretendard"/>
              </a:defRPr>
            </a:pPr>
            <a:r>
              <a:rPr sz="1200" b="1">
                <a:solidFill>
                  <a:srgbClr val="55747B"/>
                </a:solidFill>
                <a:latin typeface="Pretendard"/>
                <a:ea typeface="Pretendard"/>
                <a:cs typeface="Pretendard"/>
              </a:rPr>
              <a:t>울릉마블</a:t>
            </a:r>
          </a:p>
        </p:txBody>
      </p:sp>
      <p:sp>
        <p:nvSpPr>
          <p:cNvPr id="2" name="">
            <a:extLst xmlns:a="http://schemas.openxmlformats.org/drawingml/2006/main">
              <a:ext uri="{FF2B5EF4-FFF2-40B4-BE49-F238E27FC236}">
                <a16:creationId xmlns:a16="http://schemas.microsoft.com/office/drawing/2014/main" id="{371B248A-2EDE-45C1-9180-2C5FAE35F331}"/>
              </a:ext>
            </a:extLst>
          </p:cNvPr>
          <p:cNvSpPr>
            <a:spLocks xmlns:a="http://schemas.openxmlformats.org/drawingml/2006/main" noGrp="1"/>
          </p:cNvSpPr>
          <p:nvPr/>
        </p:nvSpPr>
        <p:spPr>
          <a:xfrm xmlns:a="http://schemas.openxmlformats.org/drawingml/2006/main">
            <a:off x="11029950" y="639127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5747B"/>
                </a:solidFill>
                <a:latin typeface="Pretendard"/>
                <a:ea typeface="Pretendard"/>
                <a:cs typeface="Pretendard"/>
              </a:defRPr>
            </a:pPr>
            <a:r>
              <a:rPr sz="1200" b="0">
                <a:solidFill>
                  <a:srgbClr val="55747B"/>
                </a:solidFill>
                <a:latin typeface="Pretendard"/>
                <a:ea typeface="Pretendard"/>
                <a:cs typeface="Pretendard"/>
              </a:rPr>
              <a:t>11</a:t>
            </a:r>
          </a:p>
        </p:txBody>
      </p:sp>
      <p:sp>
        <p:nvSpPr>
          <p:cNvPr id="3" name="">
            <a:extLst xmlns:a="http://schemas.openxmlformats.org/drawingml/2006/main">
              <a:ext uri="{FF2B5EF4-FFF2-40B4-BE49-F238E27FC236}">
                <a16:creationId xmlns:a16="http://schemas.microsoft.com/office/drawing/2014/main" id="{1C90BF25-4222-4EE5-9356-8F298E430A90}"/>
              </a:ext>
            </a:extLst>
          </p:cNvPr>
          <p:cNvSpPr>
            <a:spLocks xmlns:a="http://schemas.openxmlformats.org/drawingml/2006/main" noGrp="1"/>
          </p:cNvSpPr>
          <p:nvPr/>
        </p:nvSpPr>
        <p:spPr>
          <a:xfrm xmlns:a="http://schemas.openxmlformats.org/drawingml/2006/main">
            <a:off x="609600" y="514350"/>
            <a:ext cx="10972800" cy="1095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525" b="1">
                <a:solidFill>
                  <a:srgbClr val="153E48"/>
                </a:solidFill>
                <a:latin typeface="Pretendard"/>
                <a:ea typeface="Pretendard"/>
                <a:cs typeface="Pretendard"/>
              </a:defRPr>
            </a:pPr>
            <a:r>
              <a:t>참고 · 게임 종료와 점수 계산</a:t>
            </a:r>
          </a:p>
        </p:txBody>
      </p:sp>
      <p:sp>
        <p:nvSpPr>
          <p:cNvPr id="4" name="">
            <a:extLst xmlns:a="http://schemas.openxmlformats.org/drawingml/2006/main">
              <a:ext uri="{FF2B5EF4-FFF2-40B4-BE49-F238E27FC236}">
                <a16:creationId xmlns:a16="http://schemas.microsoft.com/office/drawing/2014/main" id="{5211E054-8B63-4093-839C-9F5D57B0ACB6}"/>
              </a:ext>
            </a:extLst>
          </p:cNvPr>
          <p:cNvSpPr>
            <a:spLocks xmlns:a="http://schemas.openxmlformats.org/drawingml/2006/main" noGrp="1"/>
          </p:cNvSpPr>
          <p:nvPr/>
        </p:nvSpPr>
        <p:spPr>
          <a:xfrm xmlns:a="http://schemas.openxmlformats.org/drawingml/2006/main">
            <a:off x="609600" y="13620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5747B"/>
                </a:solidFill>
                <a:latin typeface="Pretendard"/>
                <a:ea typeface="Pretendard"/>
                <a:cs typeface="Pretendard"/>
              </a:defRPr>
            </a:pPr>
            <a:r>
              <a:rPr sz="1875" b="0">
                <a:solidFill>
                  <a:srgbClr val="55747B"/>
                </a:solidFill>
                <a:latin typeface="Pretendard"/>
                <a:ea typeface="Pretendard"/>
                <a:cs typeface="Pretendard"/>
              </a:rPr>
              <a:t>모두 7라운드를 마치면 합산합니다. 최고점이 승리하며, 동점은 공동 승리입니다.</a:t>
            </a:r>
          </a:p>
        </p:txBody>
      </p:sp>
      <p:graphicFrame>
        <p:nvGraphicFramePr>
          <p:cNvPr id="10" name=""/>
          <p:cNvGraphicFramePr/>
          <p:nvPr/>
        </p:nvGraphicFramePr>
        <p:xfrm>
          <a:off xmlns:a="http://schemas.openxmlformats.org/drawingml/2006/main" x="609600" y="2009775"/>
          <a:ext xmlns:a="http://schemas.openxmlformats.org/drawingml/2006/main" cx="10972800" cy="4010025"/>
        </p:xfrm>
        <a:graphic xmlns:a="http://schemas.openxmlformats.org/drawingml/2006/main">
          <a:graphicData uri="http://schemas.openxmlformats.org/drawingml/2006/table">
            <a:tbl>
              <a:tblPr/>
              <a:tblGrid>
                <a:gridCol w="2238375"/>
                <a:gridCol w="8734425"/>
              </a:tblGrid>
              <a:tr h="501253">
                <a:tc>
                  <a:txBody>
                    <a:bodyPr lIns="133350" tIns="95250" rIns="133350" bIns="95250">
                      <a:noAutofit/>
                    </a:bodyPr>
                    <a:lstStyle/>
                    <a:p>
                      <a:r>
                        <a:rPr sz="1800" b="1">
                          <a:solidFill>
                            <a:srgbClr val="FFFFFF"/>
                          </a:solidFill>
                          <a:latin typeface="Pretendard"/>
                          <a:ea typeface="Pretendard"/>
                          <a:cs typeface="Pretendard"/>
                        </a:rPr>
                        <a:t>항목</a:t>
                      </a:r>
                    </a:p>
                  </a:txBody>
                  <a:tcPr marL="91440" marR="91440" marT="45720" marB="45720">
                    <a:solidFill>
                      <a:srgbClr val="153E48"/>
                    </a:solidFill>
                  </a:tcPr>
                </a:tc>
                <a:tc>
                  <a:txBody>
                    <a:bodyPr lIns="133350" tIns="95250" rIns="133350" bIns="95250">
                      <a:noAutofit/>
                    </a:bodyPr>
                    <a:lstStyle/>
                    <a:p>
                      <a:r>
                        <a:rPr sz="1800" b="1">
                          <a:solidFill>
                            <a:srgbClr val="FFFFFF"/>
                          </a:solidFill>
                          <a:latin typeface="Pretendard"/>
                          <a:ea typeface="Pretendard"/>
                          <a:cs typeface="Pretendard"/>
                        </a:rPr>
                        <a:t>점수</a:t>
                      </a:r>
                    </a:p>
                  </a:txBody>
                  <a:tcPr marL="91440" marR="91440" marT="45720" marB="45720">
                    <a:solidFill>
                      <a:srgbClr val="153E48"/>
                    </a:solidFill>
                  </a:tcPr>
                </a:tc>
              </a:tr>
              <a:tr h="501253">
                <a:tc>
                  <a:txBody>
                    <a:bodyPr lIns="133350" tIns="95250" rIns="133350" bIns="95250">
                      <a:noAutofit/>
                    </a:bodyPr>
                    <a:lstStyle/>
                    <a:p>
                      <a:r>
                        <a:rPr sz="1800" b="0">
                          <a:solidFill>
                            <a:srgbClr val="153E48"/>
                          </a:solidFill>
                          <a:latin typeface="Pretendard"/>
                          <a:ea typeface="Pretendard"/>
                          <a:cs typeface="Pretendard"/>
                        </a:rPr>
                        <a:t>여행 기록</a:t>
                      </a:r>
                    </a:p>
                  </a:txBody>
                  <a:tcPr marL="91440" marR="91440" marT="45720" marB="45720">
                    <a:solidFill>
                      <a:srgbClr val="FFFFFF"/>
                    </a:solidFill>
                  </a:tcPr>
                </a:tc>
                <a:tc>
                  <a:txBody>
                    <a:bodyPr lIns="133350" tIns="95250" rIns="133350" bIns="95250">
                      <a:noAutofit/>
                    </a:bodyPr>
                    <a:lstStyle/>
                    <a:p>
                      <a:r>
                        <a:rPr sz="1800" b="0">
                          <a:solidFill>
                            <a:srgbClr val="153E48"/>
                          </a:solidFill>
                          <a:latin typeface="Pretendard"/>
                          <a:ea typeface="Pretendard"/>
                          <a:cs typeface="Pretendard"/>
                        </a:rPr>
                        <a:t>풍경 1장당 1점 · 체험 2장당 1점 · 미식 3장당 1점</a:t>
                      </a:r>
                    </a:p>
                  </a:txBody>
                  <a:tcPr marL="91440" marR="91440" marT="45720" marB="45720">
                    <a:solidFill>
                      <a:srgbClr val="FFFFFF"/>
                    </a:solidFill>
                  </a:tcPr>
                </a:tc>
              </a:tr>
              <a:tr h="501253">
                <a:tc>
                  <a:txBody>
                    <a:bodyPr lIns="133350" tIns="95250" rIns="133350" bIns="95250">
                      <a:noAutofit/>
                    </a:bodyPr>
                    <a:lstStyle/>
                    <a:p>
                      <a:r>
                        <a:rPr sz="1800" b="0">
                          <a:solidFill>
                            <a:srgbClr val="153E48"/>
                          </a:solidFill>
                          <a:latin typeface="Pretendard"/>
                          <a:ea typeface="Pretendard"/>
                          <a:cs typeface="Pretendard"/>
                        </a:rPr>
                        <a:t>개인 목표 / 여행 코스</a:t>
                      </a:r>
                    </a:p>
                  </a:txBody>
                  <a:tcPr marL="91440" marR="91440" marT="45720" marB="45720">
                    <a:solidFill>
                      <a:srgbClr val="EDF5F4"/>
                    </a:solidFill>
                  </a:tcPr>
                </a:tc>
                <a:tc>
                  <a:txBody>
                    <a:bodyPr lIns="133350" tIns="95250" rIns="133350" bIns="95250">
                      <a:noAutofit/>
                    </a:bodyPr>
                    <a:lstStyle/>
                    <a:p>
                      <a:r>
                        <a:rPr sz="1800" b="0">
                          <a:solidFill>
                            <a:srgbClr val="153E48"/>
                          </a:solidFill>
                          <a:latin typeface="Pretendard"/>
                          <a:ea typeface="Pretendard"/>
                          <a:cs typeface="Pretendard"/>
                        </a:rPr>
                        <a:t>목표 하나당 3점 / 코스 1곳 2점 · 2곳 4점 · 3곳 8점</a:t>
                      </a:r>
                    </a:p>
                  </a:txBody>
                  <a:tcPr marL="91440" marR="91440" marT="45720" marB="45720">
                    <a:solidFill>
                      <a:srgbClr val="EDF5F4"/>
                    </a:solidFill>
                  </a:tcPr>
                </a:tc>
              </a:tr>
              <a:tr h="501253">
                <a:tc>
                  <a:txBody>
                    <a:bodyPr lIns="133350" tIns="95250" rIns="133350" bIns="95250">
                      <a:noAutofit/>
                    </a:bodyPr>
                    <a:lstStyle/>
                    <a:p>
                      <a:r>
                        <a:rPr sz="1800" b="0">
                          <a:solidFill>
                            <a:srgbClr val="153E48"/>
                          </a:solidFill>
                          <a:latin typeface="Pretendard"/>
                          <a:ea typeface="Pretendard"/>
                          <a:cs typeface="Pretendard"/>
                        </a:rPr>
                        <a:t>종류별 달인</a:t>
                      </a:r>
                    </a:p>
                  </a:txBody>
                  <a:tcPr marL="91440" marR="91440" marT="45720" marB="45720">
                    <a:solidFill>
                      <a:srgbClr val="FFFFFF"/>
                    </a:solidFill>
                  </a:tcPr>
                </a:tc>
                <a:tc>
                  <a:txBody>
                    <a:bodyPr lIns="133350" tIns="95250" rIns="133350" bIns="95250">
                      <a:noAutofit/>
                    </a:bodyPr>
                    <a:lstStyle/>
                    <a:p>
                      <a:r>
                        <a:rPr sz="1800" b="0">
                          <a:solidFill>
                            <a:srgbClr val="153E48"/>
                          </a:solidFill>
                          <a:latin typeface="Pretendard"/>
                          <a:ea typeface="Pretendard"/>
                          <a:cs typeface="Pretendard"/>
                        </a:rPr>
                        <a:t>풍경·체험·미식: 단독 3·5·8점 / 공동 2·3·4점</a:t>
                      </a:r>
                    </a:p>
                  </a:txBody>
                  <a:tcPr marL="91440" marR="91440" marT="45720" marB="45720">
                    <a:solidFill>
                      <a:srgbClr val="FFFFFF"/>
                    </a:solidFill>
                  </a:tcPr>
                </a:tc>
              </a:tr>
              <a:tr h="501253">
                <a:tc>
                  <a:txBody>
                    <a:bodyPr lIns="133350" tIns="95250" rIns="133350" bIns="95250">
                      <a:noAutofit/>
                    </a:bodyPr>
                    <a:lstStyle/>
                    <a:p>
                      <a:r>
                        <a:rPr sz="1800" b="0">
                          <a:solidFill>
                            <a:srgbClr val="153E48"/>
                          </a:solidFill>
                          <a:latin typeface="Pretendard"/>
                          <a:ea typeface="Pretendard"/>
                          <a:cs typeface="Pretendard"/>
                        </a:rPr>
                        <a:t>일주</a:t>
                      </a:r>
                    </a:p>
                  </a:txBody>
                  <a:tcPr marL="91440" marR="91440" marT="45720" marB="45720">
                    <a:solidFill>
                      <a:srgbClr val="EDF5F4"/>
                    </a:solidFill>
                  </a:tcPr>
                </a:tc>
                <a:tc>
                  <a:txBody>
                    <a:bodyPr lIns="133350" tIns="95250" rIns="133350" bIns="95250">
                      <a:noAutofit/>
                    </a:bodyPr>
                    <a:lstStyle/>
                    <a:p>
                      <a:r>
                        <a:rPr sz="1800" b="0">
                          <a:solidFill>
                            <a:srgbClr val="153E48"/>
                          </a:solidFill>
                          <a:latin typeface="Pretendard"/>
                          <a:ea typeface="Pretendard"/>
                          <a:cs typeface="Pretendard"/>
                        </a:rPr>
                        <a:t>5권역 방문 후 사동·도동·저동항 귀환: 7점, 1인 1회</a:t>
                      </a:r>
                    </a:p>
                  </a:txBody>
                  <a:tcPr marL="91440" marR="91440" marT="45720" marB="45720">
                    <a:solidFill>
                      <a:srgbClr val="EDF5F4"/>
                    </a:solidFill>
                  </a:tcPr>
                </a:tc>
              </a:tr>
              <a:tr h="501253">
                <a:tc>
                  <a:txBody>
                    <a:bodyPr lIns="133350" tIns="95250" rIns="133350" bIns="95250">
                      <a:noAutofit/>
                    </a:bodyPr>
                    <a:lstStyle/>
                    <a:p>
                      <a:r>
                        <a:rPr sz="1800" b="0">
                          <a:solidFill>
                            <a:srgbClr val="153E48"/>
                          </a:solidFill>
                          <a:latin typeface="Pretendard"/>
                          <a:ea typeface="Pretendard"/>
                          <a:cs typeface="Pretendard"/>
                        </a:rPr>
                        <a:t>남은 예산</a:t>
                      </a:r>
                    </a:p>
                  </a:txBody>
                  <a:tcPr marL="91440" marR="91440" marT="45720" marB="45720">
                    <a:solidFill>
                      <a:srgbClr val="FFFFFF"/>
                    </a:solidFill>
                  </a:tcPr>
                </a:tc>
                <a:tc>
                  <a:txBody>
                    <a:bodyPr lIns="133350" tIns="95250" rIns="133350" bIns="95250">
                      <a:noAutofit/>
                    </a:bodyPr>
                    <a:lstStyle/>
                    <a:p>
                      <a:r>
                        <a:rPr sz="1800" b="0">
                          <a:solidFill>
                            <a:srgbClr val="153E48"/>
                          </a:solidFill>
                          <a:latin typeface="Pretendard"/>
                          <a:ea typeface="Pretendard"/>
                          <a:cs typeface="Pretendard"/>
                        </a:rPr>
                        <a:t>5만원마다 1점</a:t>
                      </a:r>
                    </a:p>
                  </a:txBody>
                  <a:tcPr marL="91440" marR="91440" marT="45720" marB="45720">
                    <a:solidFill>
                      <a:srgbClr val="FFFFFF"/>
                    </a:solidFill>
                  </a:tcPr>
                </a:tc>
              </a:tr>
              <a:tr h="501253">
                <a:tc>
                  <a:txBody>
                    <a:bodyPr lIns="133350" tIns="95250" rIns="133350" bIns="95250">
                      <a:noAutofit/>
                    </a:bodyPr>
                    <a:lstStyle/>
                    <a:p>
                      <a:r>
                        <a:rPr sz="1800" b="0">
                          <a:solidFill>
                            <a:srgbClr val="153E48"/>
                          </a:solidFill>
                          <a:latin typeface="Pretendard"/>
                          <a:ea typeface="Pretendard"/>
                          <a:cs typeface="Pretendard"/>
                        </a:rPr>
                        <a:t>피로</a:t>
                      </a:r>
                    </a:p>
                  </a:txBody>
                  <a:tcPr marL="91440" marR="91440" marT="45720" marB="45720">
                    <a:solidFill>
                      <a:srgbClr val="EDF5F4"/>
                    </a:solidFill>
                  </a:tcPr>
                </a:tc>
                <a:tc>
                  <a:txBody>
                    <a:bodyPr lIns="133350" tIns="95250" rIns="133350" bIns="95250">
                      <a:noAutofit/>
                    </a:bodyPr>
                    <a:lstStyle/>
                    <a:p>
                      <a:r>
                        <a:rPr sz="1800" b="0">
                          <a:solidFill>
                            <a:srgbClr val="153E48"/>
                          </a:solidFill>
                          <a:latin typeface="Pretendard"/>
                          <a:ea typeface="Pretendard"/>
                          <a:cs typeface="Pretendard"/>
                        </a:rPr>
                        <a:t>0·1·2·3·4장 → 0·−1·−3·−6·−10점</a:t>
                      </a:r>
                    </a:p>
                  </a:txBody>
                  <a:tcPr marL="91440" marR="91440" marT="45720" marB="45720">
                    <a:solidFill>
                      <a:srgbClr val="EDF5F4"/>
                    </a:solidFill>
                  </a:tcPr>
                </a:tc>
              </a:tr>
              <a:tr h="501253">
                <a:tc>
                  <a:txBody>
                    <a:bodyPr lIns="133350" tIns="95250" rIns="133350" bIns="95250">
                      <a:noAutofit/>
                    </a:bodyPr>
                    <a:lstStyle/>
                    <a:p>
                      <a:r>
                        <a:rPr sz="1800" b="0">
                          <a:solidFill>
                            <a:srgbClr val="153E48"/>
                          </a:solidFill>
                          <a:latin typeface="Pretendard"/>
                          <a:ea typeface="Pretendard"/>
                          <a:cs typeface="Pretendard"/>
                        </a:rPr>
                        <a:t>항구 귀환</a:t>
                      </a:r>
                    </a:p>
                  </a:txBody>
                  <a:tcPr marL="91440" marR="91440" marT="45720" marB="45720">
                    <a:solidFill>
                      <a:srgbClr val="FFFFFF"/>
                    </a:solidFill>
                  </a:tcPr>
                </a:tc>
                <a:tc>
                  <a:txBody>
                    <a:bodyPr lIns="133350" tIns="95250" rIns="133350" bIns="95250">
                      <a:noAutofit/>
                    </a:bodyPr>
                    <a:lstStyle/>
                    <a:p>
                      <a:r>
                        <a:rPr sz="1800" b="0">
                          <a:solidFill>
                            <a:srgbClr val="153E48"/>
                          </a:solidFill>
                          <a:latin typeface="Pretendard"/>
                          <a:ea typeface="Pretendard"/>
                          <a:cs typeface="Pretendard"/>
                        </a:rPr>
                        <a:t>게임 종료 때 사동·도동·저동항에 있다면 3점</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791793069"/>
      </p:ext>
    </p:extLst>
  </p:cSld>
</p:sld>
</file>

<file path=ppt/slides/slide12.xml><?xml version="1.0" encoding="utf-8"?>
<p:sld xmlns:p="http://schemas.openxmlformats.org/presentationml/2006/main">
  <p:cSld>
    <p:bg>
      <p:bgPr>
        <a:solidFill xmlns:a="http://schemas.openxmlformats.org/drawingml/2006/main">
          <a:srgbClr val="F8FA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5D15910-CF9C-48A1-8B97-42BFB8945D19}"/>
              </a:ext>
            </a:extLst>
          </p:cNvPr>
          <p:cNvSpPr>
            <a:spLocks xmlns:a="http://schemas.openxmlformats.org/drawingml/2006/main" noGrp="1"/>
          </p:cNvSpPr>
          <p:nvPr/>
        </p:nvSpPr>
        <p:spPr>
          <a:xfrm xmlns:a="http://schemas.openxmlformats.org/drawingml/2006/main">
            <a:off x="609600" y="6391275"/>
            <a:ext cx="133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55747B"/>
                </a:solidFill>
                <a:latin typeface="Pretendard"/>
                <a:ea typeface="Pretendard"/>
                <a:cs typeface="Pretendard"/>
              </a:defRPr>
            </a:pPr>
            <a:r>
              <a:rPr sz="1200" b="1">
                <a:solidFill>
                  <a:srgbClr val="55747B"/>
                </a:solidFill>
                <a:latin typeface="Pretendard"/>
                <a:ea typeface="Pretendard"/>
                <a:cs typeface="Pretendard"/>
              </a:rPr>
              <a:t>울릉마블</a:t>
            </a:r>
          </a:p>
        </p:txBody>
      </p:sp>
      <p:sp>
        <p:nvSpPr>
          <p:cNvPr id="2" name="">
            <a:extLst xmlns:a="http://schemas.openxmlformats.org/drawingml/2006/main">
              <a:ext uri="{FF2B5EF4-FFF2-40B4-BE49-F238E27FC236}">
                <a16:creationId xmlns:a16="http://schemas.microsoft.com/office/drawing/2014/main" id="{C219FD78-1F54-479D-9F90-72B2A3D4577E}"/>
              </a:ext>
            </a:extLst>
          </p:cNvPr>
          <p:cNvSpPr>
            <a:spLocks xmlns:a="http://schemas.openxmlformats.org/drawingml/2006/main" noGrp="1"/>
          </p:cNvSpPr>
          <p:nvPr/>
        </p:nvSpPr>
        <p:spPr>
          <a:xfrm xmlns:a="http://schemas.openxmlformats.org/drawingml/2006/main">
            <a:off x="11029950" y="639127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5747B"/>
                </a:solidFill>
                <a:latin typeface="Pretendard"/>
                <a:ea typeface="Pretendard"/>
                <a:cs typeface="Pretendard"/>
              </a:defRPr>
            </a:pPr>
            <a:r>
              <a:rPr sz="1200" b="0">
                <a:solidFill>
                  <a:srgbClr val="55747B"/>
                </a:solidFill>
                <a:latin typeface="Pretendard"/>
                <a:ea typeface="Pretendard"/>
                <a:cs typeface="Pretendard"/>
              </a:rPr>
              <a:t>12</a:t>
            </a:r>
          </a:p>
        </p:txBody>
      </p:sp>
      <p:sp>
        <p:nvSpPr>
          <p:cNvPr id="3" name="">
            <a:extLst xmlns:a="http://schemas.openxmlformats.org/drawingml/2006/main">
              <a:ext uri="{FF2B5EF4-FFF2-40B4-BE49-F238E27FC236}">
                <a16:creationId xmlns:a16="http://schemas.microsoft.com/office/drawing/2014/main" id="{08737B4B-E891-4815-8619-0CEF9BD3E41E}"/>
              </a:ext>
            </a:extLst>
          </p:cNvPr>
          <p:cNvSpPr>
            <a:spLocks xmlns:a="http://schemas.openxmlformats.org/drawingml/2006/main" noGrp="1"/>
          </p:cNvSpPr>
          <p:nvPr/>
        </p:nvSpPr>
        <p:spPr>
          <a:xfrm xmlns:a="http://schemas.openxmlformats.org/drawingml/2006/main">
            <a:off x="609600" y="514350"/>
            <a:ext cx="10972800" cy="1095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525" b="1">
                <a:solidFill>
                  <a:srgbClr val="153E48"/>
                </a:solidFill>
                <a:latin typeface="Pretendard"/>
                <a:ea typeface="Pretendard"/>
                <a:cs typeface="Pretendard"/>
              </a:defRPr>
            </a:pPr>
            <a:r>
              <a:t>참고 · 현재 결과물과 다음 단계</a:t>
            </a:r>
          </a:p>
        </p:txBody>
      </p:sp>
      <p:sp>
        <p:nvSpPr>
          <p:cNvPr id="4" name="">
            <a:extLst xmlns:a="http://schemas.openxmlformats.org/drawingml/2006/main">
              <a:ext uri="{FF2B5EF4-FFF2-40B4-BE49-F238E27FC236}">
                <a16:creationId xmlns:a16="http://schemas.microsoft.com/office/drawing/2014/main" id="{11B8F46D-B540-4880-B5A3-32BBFF1C09E0}"/>
              </a:ext>
            </a:extLst>
          </p:cNvPr>
          <p:cNvSpPr>
            <a:spLocks xmlns:a="http://schemas.openxmlformats.org/drawingml/2006/main" noGrp="1"/>
          </p:cNvSpPr>
          <p:nvPr/>
        </p:nvSpPr>
        <p:spPr>
          <a:xfrm xmlns:a="http://schemas.openxmlformats.org/drawingml/2006/main">
            <a:off x="609600" y="186690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87986"/>
                </a:solidFill>
                <a:latin typeface="Pretendard"/>
                <a:ea typeface="Pretendard"/>
                <a:cs typeface="Pretendard"/>
              </a:defRPr>
            </a:pPr>
            <a:r>
              <a:rPr sz="2550" b="1">
                <a:solidFill>
                  <a:srgbClr val="087986"/>
                </a:solidFill>
                <a:latin typeface="Pretendard"/>
                <a:ea typeface="Pretendard"/>
                <a:cs typeface="Pretendard"/>
              </a:rPr>
              <a:t>현재 준비된 것</a:t>
            </a:r>
          </a:p>
        </p:txBody>
      </p:sp>
      <p:sp>
        <p:nvSpPr>
          <p:cNvPr id="5" name="">
            <a:extLst xmlns:a="http://schemas.openxmlformats.org/drawingml/2006/main">
              <a:ext uri="{FF2B5EF4-FFF2-40B4-BE49-F238E27FC236}">
                <a16:creationId xmlns:a16="http://schemas.microsoft.com/office/drawing/2014/main" id="{7333210B-6C68-4839-8656-B9639D16767D}"/>
              </a:ext>
            </a:extLst>
          </p:cNvPr>
          <p:cNvSpPr>
            <a:spLocks xmlns:a="http://schemas.openxmlformats.org/drawingml/2006/main" noGrp="1"/>
          </p:cNvSpPr>
          <p:nvPr/>
        </p:nvSpPr>
        <p:spPr>
          <a:xfrm xmlns:a="http://schemas.openxmlformats.org/drawingml/2006/main">
            <a:off x="609600" y="2600325"/>
            <a:ext cx="52197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53E48"/>
                </a:solidFill>
                <a:latin typeface="Pretendard"/>
                <a:ea typeface="Pretendard"/>
                <a:cs typeface="Pretendard"/>
              </a:defRPr>
            </a:pPr>
            <a:r>
              <a:rPr sz="2175" b="0">
                <a:solidFill>
                  <a:srgbClr val="153E48"/>
                </a:solidFill>
                <a:latin typeface="Pretendard"/>
                <a:ea typeface="Pretendard"/>
                <a:cs typeface="Pretendard"/>
              </a:rPr>
              <a:t>지도와 233장 카드 디자인</a:t>
            </a:r>
          </a:p>
          <a:p xmlns:a="http://schemas.openxmlformats.org/drawingml/2006/main">
            <a:pPr algn="l">
              <a:defRPr sz="2175" b="0">
                <a:solidFill>
                  <a:srgbClr val="153E48"/>
                </a:solidFill>
                <a:latin typeface="Pretendard"/>
                <a:ea typeface="Pretendard"/>
                <a:cs typeface="Pretendard"/>
              </a:defRPr>
            </a:pPr>
            <a:r>
              <a:rPr sz="2175" b="0">
                <a:solidFill>
                  <a:srgbClr val="153E48"/>
                </a:solidFill>
                <a:latin typeface="Pretendard"/>
                <a:ea typeface="Pretendard"/>
                <a:cs typeface="Pretendard"/>
              </a:rPr>
              <a:t>여행자북 8권과 규칙서</a:t>
            </a:r>
          </a:p>
          <a:p xmlns:a="http://schemas.openxmlformats.org/drawingml/2006/main">
            <a:pPr algn="l">
              <a:defRPr sz="2175" b="0">
                <a:solidFill>
                  <a:srgbClr val="153E48"/>
                </a:solidFill>
                <a:latin typeface="Pretendard"/>
                <a:ea typeface="Pretendard"/>
                <a:cs typeface="Pretendard"/>
              </a:defRPr>
            </a:pPr>
            <a:r>
              <a:rPr sz="2175" b="0">
                <a:solidFill>
                  <a:srgbClr val="153E48"/>
                </a:solidFill>
                <a:latin typeface="Pretendard"/>
                <a:ea typeface="Pretendard"/>
                <a:cs typeface="Pretendard"/>
              </a:rPr>
              <a:t>상자·미플·예산 마커 모델</a:t>
            </a:r>
          </a:p>
          <a:p xmlns:a="http://schemas.openxmlformats.org/drawingml/2006/main">
            <a:pPr algn="l">
              <a:defRPr sz="2175" b="0">
                <a:solidFill>
                  <a:srgbClr val="153E48"/>
                </a:solidFill>
                <a:latin typeface="Pretendard"/>
                <a:ea typeface="Pretendard"/>
                <a:cs typeface="Pretendard"/>
              </a:defRPr>
            </a:pPr>
            <a:r>
              <a:rPr sz="2175" b="0">
                <a:solidFill>
                  <a:srgbClr val="153E48"/>
                </a:solidFill>
                <a:latin typeface="Pretendard"/>
                <a:ea typeface="Pretendard"/>
                <a:cs typeface="Pretendard"/>
              </a:rPr>
              <a:t>상품 소개 페이지와 60초 영상</a:t>
            </a:r>
          </a:p>
          <a:p xmlns:a="http://schemas.openxmlformats.org/drawingml/2006/main">
            <a:pPr algn="l">
              <a:defRPr sz="2175" b="0">
                <a:solidFill>
                  <a:srgbClr val="153E48"/>
                </a:solidFill>
                <a:latin typeface="Pretendard"/>
                <a:ea typeface="Pretendard"/>
                <a:cs typeface="Pretendard"/>
              </a:defRPr>
            </a:pPr>
            <a:r>
              <a:rPr sz="2175" b="0">
                <a:solidFill>
                  <a:srgbClr val="153E48"/>
                </a:solidFill>
                <a:latin typeface="Pretendard"/>
                <a:ea typeface="Pretendard"/>
                <a:cs typeface="Pretendard"/>
              </a:rPr>
              <a:t>테이블 모드와 온라인 플레이</a:t>
            </a:r>
          </a:p>
        </p:txBody>
      </p:sp>
      <p:sp>
        <p:nvSpPr>
          <p:cNvPr id="6" name="">
            <a:extLst xmlns:a="http://schemas.openxmlformats.org/drawingml/2006/main">
              <a:ext uri="{FF2B5EF4-FFF2-40B4-BE49-F238E27FC236}">
                <a16:creationId xmlns:a16="http://schemas.microsoft.com/office/drawing/2014/main" id="{D846CD28-BD3A-4333-9264-D10703372F7A}"/>
              </a:ext>
            </a:extLst>
          </p:cNvPr>
          <p:cNvSpPr>
            <a:spLocks xmlns:a="http://schemas.openxmlformats.org/drawingml/2006/main" noGrp="1"/>
          </p:cNvSpPr>
          <p:nvPr/>
        </p:nvSpPr>
        <p:spPr>
          <a:xfrm xmlns:a="http://schemas.openxmlformats.org/drawingml/2006/main">
            <a:off x="6667500" y="186690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87986"/>
                </a:solidFill>
                <a:latin typeface="Pretendard"/>
                <a:ea typeface="Pretendard"/>
                <a:cs typeface="Pretendard"/>
              </a:defRPr>
            </a:pPr>
            <a:r>
              <a:rPr sz="2550" b="1">
                <a:solidFill>
                  <a:srgbClr val="087986"/>
                </a:solidFill>
                <a:latin typeface="Pretendard"/>
                <a:ea typeface="Pretendard"/>
                <a:cs typeface="Pretendard"/>
              </a:rPr>
              <a:t>판매 전 확인할 것</a:t>
            </a:r>
          </a:p>
        </p:txBody>
      </p:sp>
      <p:sp>
        <p:nvSpPr>
          <p:cNvPr id="7" name="">
            <a:extLst xmlns:a="http://schemas.openxmlformats.org/drawingml/2006/main">
              <a:ext uri="{FF2B5EF4-FFF2-40B4-BE49-F238E27FC236}">
                <a16:creationId xmlns:a16="http://schemas.microsoft.com/office/drawing/2014/main" id="{961614ED-8936-41FD-AC8E-ABE0C327BA45}"/>
              </a:ext>
            </a:extLst>
          </p:cNvPr>
          <p:cNvSpPr>
            <a:spLocks xmlns:a="http://schemas.openxmlformats.org/drawingml/2006/main" noGrp="1"/>
          </p:cNvSpPr>
          <p:nvPr/>
        </p:nvSpPr>
        <p:spPr>
          <a:xfrm xmlns:a="http://schemas.openxmlformats.org/drawingml/2006/main">
            <a:off x="6667500" y="2600325"/>
            <a:ext cx="4876800"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53E48"/>
                </a:solidFill>
                <a:latin typeface="Pretendard"/>
                <a:ea typeface="Pretendard"/>
                <a:cs typeface="Pretendard"/>
              </a:defRPr>
            </a:pPr>
            <a:r>
              <a:rPr sz="2175" b="0">
                <a:solidFill>
                  <a:srgbClr val="153E48"/>
                </a:solidFill>
                <a:latin typeface="Pretendard"/>
                <a:ea typeface="Pretendard"/>
                <a:cs typeface="Pretendard"/>
              </a:rPr>
              <a:t>실제 모임에서 규칙 이해와 재미 확인</a:t>
            </a:r>
          </a:p>
          <a:p xmlns:a="http://schemas.openxmlformats.org/drawingml/2006/main">
            <a:pPr algn="l">
              <a:defRPr sz="2175" b="0">
                <a:solidFill>
                  <a:srgbClr val="153E48"/>
                </a:solidFill>
                <a:latin typeface="Pretendard"/>
                <a:ea typeface="Pretendard"/>
                <a:cs typeface="Pretendard"/>
              </a:defRPr>
            </a:pPr>
            <a:r>
              <a:rPr sz="2175" b="0">
                <a:solidFill>
                  <a:srgbClr val="153E48"/>
                </a:solidFill>
                <a:latin typeface="Pretendard"/>
                <a:ea typeface="Pretendard"/>
                <a:cs typeface="Pretendard"/>
              </a:rPr>
              <a:t>4인·8인 플레이의 대기 시간과 균형</a:t>
            </a:r>
          </a:p>
          <a:p xmlns:a="http://schemas.openxmlformats.org/drawingml/2006/main">
            <a:pPr algn="l">
              <a:defRPr sz="2175" b="0">
                <a:solidFill>
                  <a:srgbClr val="153E48"/>
                </a:solidFill>
                <a:latin typeface="Pretendard"/>
                <a:ea typeface="Pretendard"/>
                <a:cs typeface="Pretendard"/>
              </a:defRPr>
            </a:pPr>
            <a:r>
              <a:rPr sz="2175" b="0">
                <a:solidFill>
                  <a:srgbClr val="153E48"/>
                </a:solidFill>
                <a:latin typeface="Pretendard"/>
                <a:ea typeface="Pretendard"/>
                <a:cs typeface="Pretendard"/>
              </a:rPr>
              <a:t>인쇄 샘플의 글자 크기와 색상</a:t>
            </a:r>
          </a:p>
          <a:p xmlns:a="http://schemas.openxmlformats.org/drawingml/2006/main">
            <a:pPr algn="l">
              <a:defRPr sz="2175" b="0">
                <a:solidFill>
                  <a:srgbClr val="153E48"/>
                </a:solidFill>
                <a:latin typeface="Pretendard"/>
                <a:ea typeface="Pretendard"/>
                <a:cs typeface="Pretendard"/>
              </a:defRPr>
            </a:pPr>
            <a:r>
              <a:rPr sz="2175" b="0">
                <a:solidFill>
                  <a:srgbClr val="153E48"/>
                </a:solidFill>
                <a:latin typeface="Pretendard"/>
                <a:ea typeface="Pretendard"/>
                <a:cs typeface="Pretendard"/>
              </a:rPr>
              <a:t>상자 수납·내구성·제작 원가</a:t>
            </a:r>
          </a:p>
        </p:txBody>
      </p:sp>
      <p:sp>
        <p:nvSpPr>
          <p:cNvPr id="8" name="">
            <a:extLst xmlns:a="http://schemas.openxmlformats.org/drawingml/2006/main">
              <a:ext uri="{FF2B5EF4-FFF2-40B4-BE49-F238E27FC236}">
                <a16:creationId xmlns:a16="http://schemas.microsoft.com/office/drawing/2014/main" id="{43C63840-EB83-44CA-818F-2A607C22CDEB}"/>
              </a:ext>
            </a:extLst>
          </p:cNvPr>
          <p:cNvSpPr>
            <a:spLocks xmlns:a="http://schemas.openxmlformats.org/drawingml/2006/main" noGrp="1"/>
          </p:cNvSpPr>
          <p:nvPr/>
        </p:nvSpPr>
        <p:spPr>
          <a:xfrm xmlns:a="http://schemas.openxmlformats.org/drawingml/2006/main">
            <a:off x="609600" y="57626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5747B"/>
                </a:solidFill>
                <a:latin typeface="Pretendard"/>
                <a:ea typeface="Pretendard"/>
                <a:cs typeface="Pretendard"/>
              </a:defRPr>
            </a:pPr>
            <a:r>
              <a:rPr sz="1800" b="0">
                <a:solidFill>
                  <a:srgbClr val="55747B"/>
                </a:solidFill>
                <a:latin typeface="Pretendard"/>
                <a:ea typeface="Pretendard"/>
                <a:cs typeface="Pretendard"/>
              </a:rPr>
              <a:t>현재는 제작 시제품입니다. 재미와 구매 의향은 실제 참가자의 플레이로 확인합니다.</a:t>
            </a:r>
          </a:p>
        </p:txBody>
      </p:sp>
    </p:spTree>
    <p:extLst>
      <p:ext uri="{BB962C8B-B14F-4D97-AF65-F5344CB8AC3E}">
        <p14:creationId xmlns:p14="http://schemas.microsoft.com/office/powerpoint/2010/main" val="3732209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2026-09-29T10:15:16.3050000Z</dcterms:created>
  <dcterms:modified xsi:type="dcterms:W3CDTF">2026-09-29T10:15:16.3050000Z</dcterms:modified>
</coreProperties>
</file>