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g" ContentType="image/jpeg"/>
</Types>
</file>

<file path=_rels/.rels>&#65279;<?xml version="1.0" encoding="utf-8"?><Relationships xmlns="http://schemas.openxmlformats.org/package/2006/relationships"><Relationship Type="http://schemas.openxmlformats.org/package/2006/relationships/metadata/core-properties" Target="/docProps/core.xml" Id="R45c2b02c6f864038" /><Relationship Type="http://schemas.openxmlformats.org/officeDocument/2006/relationships/extended-properties" Target="/docProps/app.xml" Id="R430cb7a4d5ae4635" /><Relationship Type="http://schemas.openxmlformats.org/officeDocument/2006/relationships/officeDocument" Target="/ppt/presentation.xml" Id="Rf8b0b8567b9d45ff" /></Relationships>
</file>

<file path=ppt/presentation.xml><?xml version="1.0" encoding="utf-8"?>
<p:presentation xmlns:p="http://schemas.openxmlformats.org/presentationml/2006/main">
  <p:sldMasterIdLst>
    <p:sldMasterId xmlns:r="http://schemas.openxmlformats.org/officeDocument/2006/relationships" id="2147483648" r:id="R5574da1ba3254dea"/>
  </p:sldMasterIdLst>
  <p:notesMasterIdLst>
    <p:notesMasterId xmlns:r="http://schemas.openxmlformats.org/officeDocument/2006/relationships" r:id="Rf62c800f5d744ffd"/>
  </p:notesMasterIdLst>
  <p:sldIdLst>
    <p:sldId xmlns:r="http://schemas.openxmlformats.org/officeDocument/2006/relationships" id="256" r:id="R1d56d4db88fb4ae6"/>
    <p:sldId xmlns:r="http://schemas.openxmlformats.org/officeDocument/2006/relationships" id="257" r:id="R62103c9d07254f6f"/>
    <p:sldId xmlns:r="http://schemas.openxmlformats.org/officeDocument/2006/relationships" id="258" r:id="R6e437c0a28f54529"/>
    <p:sldId xmlns:r="http://schemas.openxmlformats.org/officeDocument/2006/relationships" id="259" r:id="R3dd5c80b31bd4197"/>
    <p:sldId xmlns:r="http://schemas.openxmlformats.org/officeDocument/2006/relationships" id="260" r:id="R104c26ea19c942ba"/>
    <p:sldId xmlns:r="http://schemas.openxmlformats.org/officeDocument/2006/relationships" id="261" r:id="R89afd808ffdc47f0"/>
    <p:sldId xmlns:r="http://schemas.openxmlformats.org/officeDocument/2006/relationships" id="262" r:id="R104f5e4f850146ab"/>
    <p:sldId xmlns:r="http://schemas.openxmlformats.org/officeDocument/2006/relationships" id="263" r:id="R94353034384f4116"/>
    <p:sldId xmlns:r="http://schemas.openxmlformats.org/officeDocument/2006/relationships" id="264" r:id="Re02455ad82634805"/>
    <p:sldId xmlns:r="http://schemas.openxmlformats.org/officeDocument/2006/relationships" id="265" r:id="R7ad75bd909784689"/>
    <p:sldId xmlns:r="http://schemas.openxmlformats.org/officeDocument/2006/relationships" id="266" r:id="R4a1570878aaf43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106170ae8145e1" /><Relationship Type="http://schemas.openxmlformats.org/officeDocument/2006/relationships/slideMaster" Target="/ppt/slideMasters/slideMaster1.xml" Id="R5574da1ba3254dea" /><Relationship Type="http://schemas.openxmlformats.org/officeDocument/2006/relationships/notesMaster" Target="/ppt/notesMasters/notesMaster1.xml" Id="Rf62c800f5d744ffd" /><Relationship Type="http://schemas.openxmlformats.org/officeDocument/2006/relationships/presProps" Target="/ppt/presProps.xml" Id="Red3ccb821e4d472f" /><Relationship Type="http://schemas.openxmlformats.org/officeDocument/2006/relationships/tableStyles" Target="/ppt/tableStyles.xml" Id="R6ed33c159f7a4a41" /><Relationship Type="http://schemas.openxmlformats.org/officeDocument/2006/relationships/slide" Target="/ppt/slides/slide1.xml" Id="R1d56d4db88fb4ae6" /><Relationship Type="http://schemas.openxmlformats.org/officeDocument/2006/relationships/slide" Target="/ppt/slides/slide2.xml" Id="R62103c9d07254f6f" /><Relationship Type="http://schemas.openxmlformats.org/officeDocument/2006/relationships/slide" Target="/ppt/slides/slide3.xml" Id="R6e437c0a28f54529" /><Relationship Type="http://schemas.openxmlformats.org/officeDocument/2006/relationships/slide" Target="/ppt/slides/slide4.xml" Id="R3dd5c80b31bd4197" /><Relationship Type="http://schemas.openxmlformats.org/officeDocument/2006/relationships/slide" Target="/ppt/slides/slide5.xml" Id="R104c26ea19c942ba" /><Relationship Type="http://schemas.openxmlformats.org/officeDocument/2006/relationships/slide" Target="/ppt/slides/slide6.xml" Id="R89afd808ffdc47f0" /><Relationship Type="http://schemas.openxmlformats.org/officeDocument/2006/relationships/slide" Target="/ppt/slides/slide7.xml" Id="R104f5e4f850146ab" /><Relationship Type="http://schemas.openxmlformats.org/officeDocument/2006/relationships/slide" Target="/ppt/slides/slide8.xml" Id="R94353034384f4116" /><Relationship Type="http://schemas.openxmlformats.org/officeDocument/2006/relationships/slide" Target="/ppt/slides/slide9.xml" Id="Re02455ad82634805" /><Relationship Type="http://schemas.openxmlformats.org/officeDocument/2006/relationships/slide" Target="/ppt/slides/slide10.xml" Id="R7ad75bd909784689" /><Relationship Type="http://schemas.openxmlformats.org/officeDocument/2006/relationships/slide" Target="/ppt/slides/slide11.xml" Id="R4a1570878aaf43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cac5a8b7ec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d0bd1d472450b" /><Relationship Type="http://schemas.openxmlformats.org/officeDocument/2006/relationships/notesMaster" Target="/ppt/notesMasters/notesMaster1.xml" Id="Re29789b7e9164a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db5b655ef84b47" /><Relationship Type="http://schemas.openxmlformats.org/officeDocument/2006/relationships/notesMaster" Target="/ppt/notesMasters/notesMaster1.xml" Id="Rf20a00b1f88e4e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e2dd025c8540e4" /><Relationship Type="http://schemas.openxmlformats.org/officeDocument/2006/relationships/notesMaster" Target="/ppt/notesMasters/notesMaster1.xml" Id="R57fd2766a28742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bdd97c98194e56" /><Relationship Type="http://schemas.openxmlformats.org/officeDocument/2006/relationships/notesMaster" Target="/ppt/notesMasters/notesMaster1.xml" Id="R7c7bc26470744e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95d57e65484bce" /><Relationship Type="http://schemas.openxmlformats.org/officeDocument/2006/relationships/notesMaster" Target="/ppt/notesMasters/notesMaster1.xml" Id="R825592f0b6ad44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342448644a4cba" /><Relationship Type="http://schemas.openxmlformats.org/officeDocument/2006/relationships/notesMaster" Target="/ppt/notesMasters/notesMaster1.xml" Id="Rb1b40472780248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da8fb3e9334587" /><Relationship Type="http://schemas.openxmlformats.org/officeDocument/2006/relationships/notesMaster" Target="/ppt/notesMasters/notesMaster1.xml" Id="Rcced9011c9374c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744474e6b447cd" /><Relationship Type="http://schemas.openxmlformats.org/officeDocument/2006/relationships/notesMaster" Target="/ppt/notesMasters/notesMaster1.xml" Id="R05c5f54dd57c45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d790ca005d4b83" /><Relationship Type="http://schemas.openxmlformats.org/officeDocument/2006/relationships/notesMaster" Target="/ppt/notesMasters/notesMaster1.xml" Id="Rea5b3374e9f247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165bc12bdf44e8" /><Relationship Type="http://schemas.openxmlformats.org/officeDocument/2006/relationships/notesMaster" Target="/ppt/notesMasters/notesMaster1.xml" Id="Rb4dcf899b96541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8ce3b942934987" /><Relationship Type="http://schemas.openxmlformats.org/officeDocument/2006/relationships/notesMaster" Target="/ppt/notesMasters/notesMaster1.xml" Id="Rab556e32b1bb40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울릉마블은 울릉도와 독도를 여행하며 점수를 모으는 보드게임입니다. 같은 주사위가 나와도 누구는 산으로, 누구는 맛집으로 향합니다. 어디에서 멈추고 무엇을 할지는 각자의 여행 목표에 따라 달라집니다.</a:t>
            </a:r>
          </a:p>
          <a:p xmlns:a="http://schemas.openxmlformats.org/drawingml/2006/main">
            <a:r>
              <a:t/>
            </a:r>
          </a:p>
          <a:p xmlns:a="http://schemas.openxmlformats.org/drawingml/2006/main">
            <a:r>
              <a:t>자료: https://dullg-landing-one.vercel.app/games/ulleung-marble</a:t>
            </a:r>
          </a:p>
          <a:p xmlns:a="http://schemas.openxmlformats.org/drawingml/2006/main">
            <a:r>
              <a:t>게임 데이터: web/dist/tabletop/v07/data.json</a:t>
            </a:r>
          </a:p>
          <a:p xmlns:a="http://schemas.openxmlformats.org/drawingml/2006/main">
            <a:r>
              <a:t>표지: 기존 제품용 울릉도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항구에 도착하자 하린은 전망대를 가리킵니다. 영호는 식당에서 나는 냄새에 발을 멈추고, 수진은 잠깐 쉬기로 합니다. 같은 배를 타고 와도 하고 싶은 일은 다릅니다. 울릉마블에서는 여덟 여행자 중 한 사람을 골라 그 사람의 여행을 떠납니다.</a:t>
            </a:r>
          </a:p>
          <a:p xmlns:a="http://schemas.openxmlformats.org/drawingml/2006/main">
            <a:r>
              <a:t/>
            </a:r>
          </a:p>
          <a:p xmlns:a="http://schemas.openxmlformats.org/drawingml/2006/main">
            <a:r>
              <a:t>자료: 기존 캐릭터 0, 2, 3을 바탕으로 만든 제품 소개 만화</a:t>
            </a:r>
          </a:p>
          <a:p xmlns:a="http://schemas.openxmlformats.org/drawingml/2006/main">
            <a:r>
              <a:t>prologue/harbor-webtoon.webp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각자 여행자 한 명을 골라 섬을 돌아다닙니다. 목적지에서 만난 두 가지 선택 중 하나를 고르면 풍경, 체험, 미식이 내 여행 기록으로 쌓입니다. 개인 목표와 여행 코스를 완성해 점수를 더하고, 모두 일곱 라운드를 마치면 가장 높은 점수를 얻은 여행자가 승리합니다.</a:t>
            </a:r>
          </a:p>
          <a:p xmlns:a="http://schemas.openxmlformats.org/drawingml/2006/main">
            <a:r>
              <a:t/>
            </a:r>
          </a:p>
          <a:p xmlns:a="http://schemas.openxmlformats.org/drawingml/2006/main">
            <a:r>
              <a:t>자료: https://dullg-landing-one.vercel.app/games/ulleung-marble</a:t>
            </a:r>
          </a:p>
          <a:p xmlns:a="http://schemas.openxmlformats.org/drawingml/2006/main">
            <a:r>
              <a:t>테이블 구성: promo/table-spread.webp</a:t>
            </a:r>
          </a:p>
          <a:p xmlns:a="http://schemas.openxmlformats.org/drawingml/2006/main">
            <a:r>
              <a:t>규칙: engine.mjs scores(), endTurn()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정하린은 처음으로 자기 손으로 여행 일정을 정합니다. 김수진은 쉬는 시간을 지키면서 산과 분지를 보고 싶어 합니다. 빵집을 운영하는 박영호는 울릉도의 맛이 궁금하지만 돌아갈 예산도 남기고 싶습니다. 여덟 여행자의 사연과 목표가 달라, 다음 판에 다른 인물을 고르면 가고 싶은 곳도 달라집니다.</a:t>
            </a:r>
          </a:p>
          <a:p xmlns:a="http://schemas.openxmlformats.org/drawingml/2006/main">
            <a:r>
              <a:t/>
            </a:r>
          </a:p>
          <a:p xmlns:a="http://schemas.openxmlformats.org/drawingml/2006/main">
            <a:r>
              <a:t>자료: data.json characters 0, 2, 3</a:t>
            </a:r>
          </a:p>
          <a:p xmlns:a="http://schemas.openxmlformats.org/drawingml/2006/main">
            <a:r>
              <a:t>character-courses.mjs</a:t>
            </a:r>
          </a:p>
          <a:p xmlns:a="http://schemas.openxmlformats.org/drawingml/2006/main">
            <a:r>
              <a:t>기존 캐릭터 원화: assets/v07/portraits/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천부에서 주사위 2가 나오면 나리분지까지 한 칸, 성인봉까지 두 칸을 갈 수 있습니다. 나리분지가 내 코스라면 한 칸만 가서 멈춰도 됩니다. 성인봉에 들를 이유가 있다면 한 칸을 더 갑니다. 주사위가 정하는 것은 갈 수 있는 거리이고, 목적지는 내가 고릅니다.</a:t>
            </a:r>
          </a:p>
          <a:p xmlns:a="http://schemas.openxmlformats.org/drawingml/2006/main">
            <a:r>
              <a:t/>
            </a:r>
          </a:p>
          <a:p xmlns:a="http://schemas.openxmlformats.org/drawingml/2006/main">
            <a:r>
              <a:t>자료: data.json geography.edges 및 nodes</a:t>
            </a:r>
          </a:p>
          <a:p xmlns:a="http://schemas.openxmlformats.org/drawingml/2006/main">
            <a:r>
              <a:t>engine.mjs destinations()</a:t>
            </a:r>
          </a:p>
          <a:p xmlns:a="http://schemas.openxmlformats.org/drawingml/2006/main">
            <a:r>
              <a:t>지도 원본 board-map.svg의 천부–나리분지–성인봉 구간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피로가 한 장 있고 예산이 남아 있다면 어떤 선택을 할까요? 합승을 기다리며 쉬면 1만원을 쓰고 피로를 줄이며, 다음 이동에 주사위 두 개를 씁니다. 주변 길을 걸으면 체험 한 장을 얻는 대신 피로가 늘어납니다. 같은 카드라도 지금 필요한 것이 휴식인지 체험인지에 따라 답이 달라집니다.</a:t>
            </a:r>
          </a:p>
          <a:p xmlns:a="http://schemas.openxmlformats.org/drawingml/2006/main">
            <a:r>
              <a:t/>
            </a:r>
          </a:p>
          <a:p xmlns:a="http://schemas.openxmlformats.org/drawingml/2006/main">
            <a:r>
              <a:t>자료: data.json encounters blue-07</a:t>
            </a:r>
          </a:p>
          <a:p xmlns:a="http://schemas.openxmlformats.org/drawingml/2006/main">
            <a:r>
              <a:t>선택 A: cost 1, fatigue -1, bonus die / 선택 B: activity 1, fatigue 1</a:t>
            </a:r>
          </a:p>
          <a:p xmlns:a="http://schemas.openxmlformats.org/drawingml/2006/main">
            <a:r>
              <a:t>예외: 피로 0 또는 마지막 라운드 효과 대체는 규칙서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나와 옆 사람이 미식을 다섯 장씩 모았고 나머지 여행자는 그보다 적다면, 두 사람 모두 공동 달인으로 4점씩 받습니다. 내가 한 장을 더 모으면 단독 달인 8점을 받고 옆 사람은 달인 점수를 받지 못합니다. 내 코스를 완성할지, 한 장을 더 모아 앞설지 고민하는 동안 서로의 여행 기록을 살피게 됩니다.</a:t>
            </a:r>
          </a:p>
          <a:p xmlns:a="http://schemas.openxmlformats.org/drawingml/2006/main">
            <a:r>
              <a:t/>
            </a:r>
          </a:p>
          <a:p xmlns:a="http://schemas.openxmlformats.org/drawingml/2006/main">
            <a:r>
              <a:t>자료: engine.mjs LEADER_POINTS, TIED_LEADER_POINTS, scores()</a:t>
            </a:r>
          </a:p>
          <a:p xmlns:a="http://schemas.openxmlformats.org/drawingml/2006/main">
            <a:r>
              <a:t>가상 비교 예시. 다른 점수 항목은 제외하고 미식 달인 보너스만 표시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풍경, 체험, 미식 카드에는 울릉도의 실제 장소와 음식 이야기가 담겨 있습니다. 도동항의 골짜기 항구, 태하 모노레일, 반건조 오징어가 내가 모은 여행 기록이 됩니다. 카드를 모으다 보면 다음 여행에서 찾아가고 싶은 곳도 생깁니다.</a:t>
            </a:r>
          </a:p>
          <a:p xmlns:a="http://schemas.openxmlformats.org/drawingml/2006/main">
            <a:r>
              <a:t/>
            </a:r>
          </a:p>
          <a:p xmlns:a="http://schemas.openxmlformats.org/drawingml/2006/main">
            <a:r>
              <a:t>자료: 실제 구성품 scenery-2, activity-2, food-2 원본</a:t>
            </a:r>
          </a:p>
          <a:p xmlns:a="http://schemas.openxmlformats.org/drawingml/2006/main">
            <a:r>
              <a:t>promo/scenery-front.png, activity-front.png, food-front.png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지도판을 가운데 펼치고 내 앞에 여행자북과 코스 카드를 놓습니다. 미플로 내 위치를, 예산 큐브로 남은 여행비를 표시합니다. 조우 카드를 서로 읽어 주고, 선택으로 얻은 카드는 종류별로 모아 둡니다. 상자에는 지도판과 카드 233장, 여행자북 여덟 권, 규칙서와 플레이에 쓰는 말들이 들어갑니다.</a:t>
            </a:r>
          </a:p>
          <a:p xmlns:a="http://schemas.openxmlformats.org/drawingml/2006/main">
            <a:r>
              <a:t/>
            </a:r>
          </a:p>
          <a:p xmlns:a="http://schemas.openxmlformats.org/drawingml/2006/main">
            <a:r>
              <a:t>자료: 제품 구성 데이터 및 랜딩 구성품 목록</a:t>
            </a:r>
          </a:p>
          <a:p xmlns:a="http://schemas.openxmlformats.org/drawingml/2006/main">
            <a:r>
              <a:t>실물 규격: 카드 58×90mm / B6 128×182mm 8쪽</a:t>
            </a:r>
          </a:p>
          <a:p xmlns:a="http://schemas.openxmlformats.org/drawingml/2006/main">
            <a:r>
              <a:t>기존 디자인 렌더 이미지, 양산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테이블 모드에서는 말을 옮기고 카드를 뽑으며 실물처럼 구성품을 직접 다룹니다. 온라인 모드에서는 각자 휴대폰이나 PC로 같은 방에 접속합니다. 초대 코드로 모이면 이동과 카드 효과, 점수 계산을 게임이 처리하므로 각자의 목적지와 선택에 집중할 수 있습니다.</a:t>
            </a:r>
          </a:p>
          <a:p xmlns:a="http://schemas.openxmlformats.org/drawingml/2006/main">
            <a:r>
              <a:t/>
            </a:r>
          </a:p>
          <a:p xmlns:a="http://schemas.openxmlformats.org/drawingml/2006/main">
            <a:r>
              <a:t>자료: https://dullg-landing-one.vercel.app/ulleung-marble/tabletop/v07/start.html</a:t>
            </a:r>
          </a:p>
          <a:p xmlns:a="http://schemas.openxmlformats.org/drawingml/2006/main">
            <a:r>
              <a:t>web/dist/tabletop/v07/start.html</a:t>
            </a:r>
          </a:p>
          <a:p xmlns:a="http://schemas.openxmlformats.org/drawingml/2006/main">
            <a:r>
              <a:t>표시 화면: 운영 사이트 캡처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곳을 더 둘러볼지, 항구로 돌아갈지. 울릉마블에서는 일곱 라운드 동안 내가 고른 길과 선택이 한 번의 여행이 됩니다. QR 코드나 링크에서 한 차례를 직접 체험할 수 있습니다.</a:t>
            </a:r>
          </a:p>
          <a:p xmlns:a="http://schemas.openxmlformats.org/drawingml/2006/main">
            <a:r>
              <a:t/>
            </a:r>
          </a:p>
          <a:p xmlns:a="http://schemas.openxmlformats.org/drawingml/2006/main">
            <a:r>
              <a:t>자료: https://dullg-landing-one.vercel.app/games/ulleung-marble#try</a:t>
            </a:r>
          </a:p>
          <a:p xmlns:a="http://schemas.openxmlformats.org/drawingml/2006/main">
            <a:r>
              <a:t>https://dullg-landing-one.vercel.app/games/ulleung-marble#film</a:t>
            </a:r>
          </a:p>
          <a:p xmlns:a="http://schemas.openxmlformats.org/drawingml/2006/main">
            <a:r>
              <a:t>QR 연결: https://dullg-landing-one.vercel.app/games/ulleung-marble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840a4a33e44f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3dcbe637a3433e" /><Relationship Type="http://schemas.openxmlformats.org/officeDocument/2006/relationships/slideLayout" Target="/ppt/slideLayouts/slideLayout1.xml" Id="R3c877bd29fcb41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877bd29fcb41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dc555859c04ef1" /><Relationship Type="http://schemas.openxmlformats.org/officeDocument/2006/relationships/image" Target="/ppt/media/image.jpg" Id="Rf28b41587dc945fd" /><Relationship Type="http://schemas.openxmlformats.org/officeDocument/2006/relationships/notesSlide" Target="/ppt/notesSlides/notesSlide1.xml" Id="R73b714e0e55649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14e93150194c7b" /><Relationship Type="http://schemas.openxmlformats.org/officeDocument/2006/relationships/image" Target="/ppt/media/image2.jpg" Id="R085f673999d94253" /><Relationship Type="http://schemas.openxmlformats.org/officeDocument/2006/relationships/notesSlide" Target="/ppt/notesSlides/notesSlide2.xml" Id="R0873222fbda041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3a6790a8d0435f" /><Relationship Type="http://schemas.openxmlformats.org/officeDocument/2006/relationships/image" Target="/ppt/media/image3.png" Id="R8731789d0e334545" /><Relationship Type="http://schemas.openxmlformats.org/officeDocument/2006/relationships/notesSlide" Target="/ppt/notesSlides/notesSlide3.xml" Id="Rcec66c58b6eb43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0283a5c6074cc2" /><Relationship Type="http://schemas.openxmlformats.org/officeDocument/2006/relationships/image" Target="/ppt/media/image4.jpg" Id="Rc327589ee4154b98" /><Relationship Type="http://schemas.openxmlformats.org/officeDocument/2006/relationships/image" Target="/ppt/media/image5.jpg" Id="R01e9ce46f11b4e67" /><Relationship Type="http://schemas.openxmlformats.org/officeDocument/2006/relationships/image" Target="/ppt/media/image6.jpg" Id="R1cb3cfa07c7d41b0" /><Relationship Type="http://schemas.openxmlformats.org/officeDocument/2006/relationships/notesSlide" Target="/ppt/notesSlides/notesSlide4.xml" Id="Rfb0bf7855e454b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3c307c4ee74bb6" /><Relationship Type="http://schemas.openxmlformats.org/officeDocument/2006/relationships/image" Target="/ppt/media/image7.jpg" Id="Rf458c37ea1f042b6" /><Relationship Type="http://schemas.openxmlformats.org/officeDocument/2006/relationships/notesSlide" Target="/ppt/notesSlides/notesSlide5.xml" Id="R4406aa30f74d4c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9c70eeda274917" /><Relationship Type="http://schemas.openxmlformats.org/officeDocument/2006/relationships/image" Target="/ppt/media/image8.png" Id="Re7fc147749ac47dc" /><Relationship Type="http://schemas.openxmlformats.org/officeDocument/2006/relationships/notesSlide" Target="/ppt/notesSlides/notesSlide6.xml" Id="R9777263e695e43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831a9f404c4fcc" /><Relationship Type="http://schemas.openxmlformats.org/officeDocument/2006/relationships/notesSlide" Target="/ppt/notesSlides/notesSlide7.xml" Id="R450d83c8c6a54d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0e6bbdb13348a2" /><Relationship Type="http://schemas.openxmlformats.org/officeDocument/2006/relationships/image" Target="/ppt/media/image9.png" Id="R8f87fe4575bc439e" /><Relationship Type="http://schemas.openxmlformats.org/officeDocument/2006/relationships/image" Target="/ppt/media/image10.png" Id="Rd9fc66eae84b4eb6" /><Relationship Type="http://schemas.openxmlformats.org/officeDocument/2006/relationships/image" Target="/ppt/media/image11.png" Id="R047a0d912d664825" /><Relationship Type="http://schemas.openxmlformats.org/officeDocument/2006/relationships/notesSlide" Target="/ppt/notesSlides/notesSlide8.xml" Id="Ra42f60fffcf048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5d14d359c14e09" /><Relationship Type="http://schemas.openxmlformats.org/officeDocument/2006/relationships/image" Target="/ppt/media/image12.png" Id="Rb532a285ba814432" /><Relationship Type="http://schemas.openxmlformats.org/officeDocument/2006/relationships/image" Target="/ppt/media/image13.png" Id="R33fc0b11a10e46f5" /><Relationship Type="http://schemas.openxmlformats.org/officeDocument/2006/relationships/image" Target="/ppt/media/image14.png" Id="R1a9522c7f5a040d5" /><Relationship Type="http://schemas.openxmlformats.org/officeDocument/2006/relationships/image" Target="/ppt/media/image15.png" Id="Rc2563c9b435a45b8" /><Relationship Type="http://schemas.openxmlformats.org/officeDocument/2006/relationships/image" Target="/ppt/media/image16.png" Id="R7f83909616dc432c" /><Relationship Type="http://schemas.openxmlformats.org/officeDocument/2006/relationships/image" Target="/ppt/media/image17.png" Id="Rd9c4d2aaa6414173" /><Relationship Type="http://schemas.openxmlformats.org/officeDocument/2006/relationships/image" Target="/ppt/media/image18.png" Id="Reab41c9e852f4847" /><Relationship Type="http://schemas.openxmlformats.org/officeDocument/2006/relationships/image" Target="/ppt/media/image19.png" Id="R4b0e007fce2a49a6" /><Relationship Type="http://schemas.openxmlformats.org/officeDocument/2006/relationships/image" Target="/ppt/media/image20.png" Id="Rf7e2e2af978a4738" /><Relationship Type="http://schemas.openxmlformats.org/officeDocument/2006/relationships/notesSlide" Target="/ppt/notesSlides/notesSlide9.xml" Id="R48e254c8dbea46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d0355c8eed4b50" /><Relationship Type="http://schemas.openxmlformats.org/officeDocument/2006/relationships/image" Target="/ppt/media/image21.jpg" Id="R81ec5071e44744da" /><Relationship Type="http://schemas.openxmlformats.org/officeDocument/2006/relationships/hyperlink" Target="https://dullg-landing-one.vercel.app/ulleung-marble/tabletop/v07/start.html" TargetMode="External" Id="R8714799bdcbf44b7" /><Relationship Type="http://schemas.openxmlformats.org/officeDocument/2006/relationships/notesSlide" Target="/ppt/notesSlides/notesSlide10.xml" Id="Rbdae933da04841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fb420fcfa74b53" /><Relationship Type="http://schemas.openxmlformats.org/officeDocument/2006/relationships/image" Target="/ppt/media/image.jpg" Id="Ra7364618444b4c76" /><Relationship Type="http://schemas.openxmlformats.org/officeDocument/2006/relationships/image" Target="/ppt/media/image23.png" Id="R8db924fcee444dce" /><Relationship Type="http://schemas.openxmlformats.org/officeDocument/2006/relationships/hyperlink" Target="https://dullg-landing-one.vercel.app/games/ulleung-marble#try" TargetMode="External" Id="R08b631d40f5c4055" /><Relationship Type="http://schemas.openxmlformats.org/officeDocument/2006/relationships/hyperlink" Target="https://dullg-landing-one.vercel.app/games/ulleung-marble#film" TargetMode="External" Id="R6e2f87dc66d948ea" /><Relationship Type="http://schemas.openxmlformats.org/officeDocument/2006/relationships/notesSlide" Target="/ppt/notesSlides/notesSlide11.xml" Id="R1b93390e978f4fc8" /></Relationships>
</file>

<file path=ppt/slides/slide1.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7E1A9A-DE29-4C80-9338-1B996BE7DC70}"/>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B8068BAB-8E1D-439B-909E-F30B02AE6CB2}"/>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28b41587dc945fd"/>
          <a:srcRect xmlns:a="http://schemas.openxmlformats.org/drawingml/2006/main" l="15833" t="0" r="15833" b="0"/>
          <a:stretch xmlns:a="http://schemas.openxmlformats.org/drawingml/2006/main">
            <a:fillRect l="0" t="0" r="0" b="0"/>
          </a:stretch>
        </p:blipFill>
        <p:spPr>
          <a:xfrm xmlns:a="http://schemas.openxmlformats.org/drawingml/2006/main">
            <a:off x="5162550" y="0"/>
            <a:ext cx="702945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62D683-AC4A-4B9C-98F5-AD252667D091}"/>
              </a:ext>
            </a:extLst>
          </p:cNvPr>
          <p:cNvSpPr>
            <a:spLocks xmlns:a="http://schemas.openxmlformats.org/drawingml/2006/main" noGrp="1"/>
          </p:cNvSpPr>
          <p:nvPr/>
        </p:nvSpPr>
        <p:spPr>
          <a:xfrm xmlns:a="http://schemas.openxmlformats.org/drawingml/2006/main">
            <a:off x="609600" y="1285875"/>
            <a:ext cx="523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153E48"/>
                </a:solidFill>
                <a:latin typeface="Pretendard"/>
                <a:ea typeface="Pretendard"/>
                <a:cs typeface="Pretendard"/>
              </a:defRPr>
            </a:pPr>
            <a:r>
              <a:rPr sz="6450" b="1">
                <a:solidFill>
                  <a:srgbClr val="153E48"/>
                </a:solidFill>
                <a:latin typeface="Pretendard"/>
                <a:ea typeface="Pretendard"/>
                <a:cs typeface="Pretendard"/>
              </a:rPr>
              <a:t>울릉마블</a:t>
            </a:r>
          </a:p>
        </p:txBody>
      </p:sp>
      <p:sp>
        <p:nvSpPr>
          <p:cNvPr id="5" name="">
            <a:extLst xmlns:a="http://schemas.openxmlformats.org/drawingml/2006/main">
              <a:ext uri="{FF2B5EF4-FFF2-40B4-BE49-F238E27FC236}">
                <a16:creationId xmlns:a16="http://schemas.microsoft.com/office/drawing/2014/main" id="{56EBABFE-2670-44FD-B385-A90551439AD4}"/>
              </a:ext>
            </a:extLst>
          </p:cNvPr>
          <p:cNvSpPr>
            <a:spLocks xmlns:a="http://schemas.openxmlformats.org/drawingml/2006/main" noGrp="1"/>
          </p:cNvSpPr>
          <p:nvPr/>
        </p:nvSpPr>
        <p:spPr>
          <a:xfrm xmlns:a="http://schemas.openxmlformats.org/drawingml/2006/main">
            <a:off x="638175" y="2619375"/>
            <a:ext cx="44577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53E48"/>
                </a:solidFill>
                <a:latin typeface="Pretendard"/>
                <a:ea typeface="Pretendard"/>
                <a:cs typeface="Pretendard"/>
              </a:defRPr>
            </a:pPr>
            <a:r>
              <a:rPr sz="3600" b="1">
                <a:solidFill>
                  <a:srgbClr val="153E48"/>
                </a:solidFill>
                <a:latin typeface="Pretendard"/>
                <a:ea typeface="Pretendard"/>
                <a:cs typeface="Pretendard"/>
              </a:rPr>
              <a:t>같은 섬,</a:t>
            </a:r>
          </a:p>
          <a:p xmlns:a="http://schemas.openxmlformats.org/drawingml/2006/main">
            <a:pPr algn="l">
              <a:defRPr sz="3600" b="1">
                <a:solidFill>
                  <a:srgbClr val="153E48"/>
                </a:solidFill>
                <a:latin typeface="Pretendard"/>
                <a:ea typeface="Pretendard"/>
                <a:cs typeface="Pretendard"/>
              </a:defRPr>
            </a:pPr>
            <a:r>
              <a:rPr sz="3600" b="1">
                <a:solidFill>
                  <a:srgbClr val="153E48"/>
                </a:solidFill>
                <a:latin typeface="Pretendard"/>
                <a:ea typeface="Pretendard"/>
                <a:cs typeface="Pretendard"/>
              </a:rPr>
              <a:t>서로 다른 여행</a:t>
            </a:r>
          </a:p>
        </p:txBody>
      </p:sp>
      <p:sp>
        <p:nvSpPr>
          <p:cNvPr id="6" name="">
            <a:extLst xmlns:a="http://schemas.openxmlformats.org/drawingml/2006/main">
              <a:ext uri="{FF2B5EF4-FFF2-40B4-BE49-F238E27FC236}">
                <a16:creationId xmlns:a16="http://schemas.microsoft.com/office/drawing/2014/main" id="{36E97749-CFB0-49EA-81D7-43321E1033C1}"/>
              </a:ext>
            </a:extLst>
          </p:cNvPr>
          <p:cNvSpPr>
            <a:spLocks xmlns:a="http://schemas.openxmlformats.org/drawingml/2006/main" noGrp="1"/>
          </p:cNvSpPr>
          <p:nvPr/>
        </p:nvSpPr>
        <p:spPr>
          <a:xfrm xmlns:a="http://schemas.openxmlformats.org/drawingml/2006/main">
            <a:off x="647700" y="4476750"/>
            <a:ext cx="4143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울릉도와 독도를 여행하는 보드게임</a:t>
            </a:r>
          </a:p>
        </p:txBody>
      </p:sp>
      <p:sp>
        <p:nvSpPr>
          <p:cNvPr id="7" name="">
            <a:extLst xmlns:a="http://schemas.openxmlformats.org/drawingml/2006/main">
              <a:ext uri="{FF2B5EF4-FFF2-40B4-BE49-F238E27FC236}">
                <a16:creationId xmlns:a16="http://schemas.microsoft.com/office/drawing/2014/main" id="{88F7A460-DF53-4C12-B1BE-58A0E20FDC79}"/>
              </a:ext>
            </a:extLst>
          </p:cNvPr>
          <p:cNvSpPr>
            <a:spLocks xmlns:a="http://schemas.openxmlformats.org/drawingml/2006/main" noGrp="1"/>
          </p:cNvSpPr>
          <p:nvPr/>
        </p:nvSpPr>
        <p:spPr>
          <a:xfrm xmlns:a="http://schemas.openxmlformats.org/drawingml/2006/main">
            <a:off x="647700" y="56197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986"/>
                </a:solidFill>
                <a:latin typeface="Pretendard"/>
                <a:ea typeface="Pretendard"/>
                <a:cs typeface="Pretendard"/>
              </a:defRPr>
            </a:pPr>
            <a:r>
              <a:rPr sz="2025" b="1">
                <a:solidFill>
                  <a:srgbClr val="087986"/>
                </a:solidFill>
                <a:latin typeface="Pretendard"/>
                <a:ea typeface="Pretendard"/>
                <a:cs typeface="Pretendard"/>
              </a:rPr>
              <a:t>4–8명  ·  7라운드</a:t>
            </a:r>
          </a:p>
        </p:txBody>
      </p:sp>
    </p:spTree>
    <p:extLst>
      <p:ext uri="{BB962C8B-B14F-4D97-AF65-F5344CB8AC3E}">
        <p14:creationId xmlns:p14="http://schemas.microsoft.com/office/powerpoint/2010/main" val="1145537634"/>
      </p:ext>
    </p:extLst>
  </p:cSld>
</p:sld>
</file>

<file path=ppt/slides/slide2.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353732-92B6-4414-9D92-86502CC22C36}"/>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340AE909-C526-414D-BED8-CE3BECB7EBEB}"/>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85f673999d94253"/>
          <a:srcRect xmlns:a="http://schemas.openxmlformats.org/drawingml/2006/main" l="0" t="30328" r="0" b="30328"/>
          <a:stretch xmlns:a="http://schemas.openxmlformats.org/drawingml/2006/main">
            <a:fillRect l="0" t="0" r="0" b="0"/>
          </a:stretch>
        </p:blipFill>
        <p:spPr>
          <a:xfrm xmlns:a="http://schemas.openxmlformats.org/drawingml/2006/main">
            <a:off x="0" y="0"/>
            <a:ext cx="581025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934F3B-6FA9-472E-A1D1-434A785455BD}"/>
              </a:ext>
            </a:extLst>
          </p:cNvPr>
          <p:cNvSpPr>
            <a:spLocks xmlns:a="http://schemas.openxmlformats.org/drawingml/2006/main" noGrp="1"/>
          </p:cNvSpPr>
          <p:nvPr/>
        </p:nvSpPr>
        <p:spPr>
          <a:xfrm xmlns:a="http://schemas.openxmlformats.org/drawingml/2006/main">
            <a:off x="6429375" y="10953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986"/>
                </a:solidFill>
                <a:latin typeface="Pretendard"/>
                <a:ea typeface="Pretendard"/>
                <a:cs typeface="Pretendard"/>
              </a:defRPr>
            </a:pPr>
            <a:r>
              <a:rPr sz="2100" b="1">
                <a:solidFill>
                  <a:srgbClr val="087986"/>
                </a:solidFill>
                <a:latin typeface="Pretendard"/>
                <a:ea typeface="Pretendard"/>
                <a:cs typeface="Pretendard"/>
              </a:rPr>
              <a:t>같은 배, 다른 여행</a:t>
            </a:r>
          </a:p>
        </p:txBody>
      </p:sp>
      <p:sp>
        <p:nvSpPr>
          <p:cNvPr id="5" name="">
            <a:extLst xmlns:a="http://schemas.openxmlformats.org/drawingml/2006/main">
              <a:ext uri="{FF2B5EF4-FFF2-40B4-BE49-F238E27FC236}">
                <a16:creationId xmlns:a16="http://schemas.microsoft.com/office/drawing/2014/main" id="{68AF98FE-5BB1-47A5-9556-3B46DF774363}"/>
              </a:ext>
            </a:extLst>
          </p:cNvPr>
          <p:cNvSpPr>
            <a:spLocks xmlns:a="http://schemas.openxmlformats.org/drawingml/2006/main" noGrp="1"/>
          </p:cNvSpPr>
          <p:nvPr/>
        </p:nvSpPr>
        <p:spPr>
          <a:xfrm xmlns:a="http://schemas.openxmlformats.org/drawingml/2006/main">
            <a:off x="6429375" y="2238375"/>
            <a:ext cx="51054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53E48"/>
                </a:solidFill>
                <a:latin typeface="Pretendard"/>
                <a:ea typeface="Pretendard"/>
                <a:cs typeface="Pretendard"/>
              </a:defRPr>
            </a:pPr>
            <a:r>
              <a:rPr sz="3525" b="1">
                <a:solidFill>
                  <a:srgbClr val="153E48"/>
                </a:solidFill>
                <a:latin typeface="Pretendard"/>
                <a:ea typeface="Pretendard"/>
                <a:cs typeface="Pretendard"/>
              </a:rPr>
              <a:t>같은 배를 타고 와도</a:t>
            </a:r>
          </a:p>
          <a:p xmlns:a="http://schemas.openxmlformats.org/drawingml/2006/main">
            <a:pPr algn="l">
              <a:defRPr sz="3525" b="1">
                <a:solidFill>
                  <a:srgbClr val="153E48"/>
                </a:solidFill>
                <a:latin typeface="Pretendard"/>
                <a:ea typeface="Pretendard"/>
                <a:cs typeface="Pretendard"/>
              </a:defRPr>
            </a:pPr>
            <a:r>
              <a:rPr sz="3525" b="1">
                <a:solidFill>
                  <a:srgbClr val="153E48"/>
                </a:solidFill>
                <a:latin typeface="Pretendard"/>
                <a:ea typeface="Pretendard"/>
                <a:cs typeface="Pretendard"/>
              </a:rPr>
              <a:t>가고 싶은 곳은</a:t>
            </a:r>
          </a:p>
          <a:p xmlns:a="http://schemas.openxmlformats.org/drawingml/2006/main">
            <a:pPr algn="l">
              <a:defRPr sz="3525" b="1">
                <a:solidFill>
                  <a:srgbClr val="153E48"/>
                </a:solidFill>
                <a:latin typeface="Pretendard"/>
                <a:ea typeface="Pretendard"/>
                <a:cs typeface="Pretendard"/>
              </a:defRPr>
            </a:pPr>
            <a:r>
              <a:rPr sz="3525" b="1">
                <a:solidFill>
                  <a:srgbClr val="153E48"/>
                </a:solidFill>
                <a:latin typeface="Pretendard"/>
                <a:ea typeface="Pretendard"/>
                <a:cs typeface="Pretendard"/>
              </a:rPr>
              <a:t>전부 다릅니다.</a:t>
            </a:r>
          </a:p>
        </p:txBody>
      </p:sp>
      <p:sp>
        <p:nvSpPr>
          <p:cNvPr id="6" name="">
            <a:extLst xmlns:a="http://schemas.openxmlformats.org/drawingml/2006/main">
              <a:ext uri="{FF2B5EF4-FFF2-40B4-BE49-F238E27FC236}">
                <a16:creationId xmlns:a16="http://schemas.microsoft.com/office/drawing/2014/main" id="{53B7680A-86F2-4D3C-A64A-A80BC87F2EDF}"/>
              </a:ext>
            </a:extLst>
          </p:cNvPr>
          <p:cNvSpPr>
            <a:spLocks xmlns:a="http://schemas.openxmlformats.org/drawingml/2006/main" noGrp="1"/>
          </p:cNvSpPr>
          <p:nvPr/>
        </p:nvSpPr>
        <p:spPr>
          <a:xfrm xmlns:a="http://schemas.openxmlformats.org/drawingml/2006/main">
            <a:off x="6448425" y="4714875"/>
            <a:ext cx="48387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전망대를 향하는 하린,</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맛집이 궁금한 영호,</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잠깐 쉬어 가고 싶은 수진.</a:t>
            </a:r>
          </a:p>
        </p:txBody>
      </p:sp>
    </p:spTree>
    <p:extLst>
      <p:ext uri="{BB962C8B-B14F-4D97-AF65-F5344CB8AC3E}">
        <p14:creationId xmlns:p14="http://schemas.microsoft.com/office/powerpoint/2010/main" val="38613499"/>
      </p:ext>
    </p:extLst>
  </p:cSld>
</p:sld>
</file>

<file path=ppt/slides/slide3.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F78A7B-137D-4896-BCAA-2C0A4C9111C6}"/>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95B6C9B0-AE89-42C1-A159-CC45AC388F5C}"/>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03</a:t>
            </a:r>
          </a:p>
        </p:txBody>
      </p:sp>
      <p:sp>
        <p:nvSpPr>
          <p:cNvPr id="3" name="">
            <a:extLst xmlns:a="http://schemas.openxmlformats.org/drawingml/2006/main">
              <a:ext uri="{FF2B5EF4-FFF2-40B4-BE49-F238E27FC236}">
                <a16:creationId xmlns:a16="http://schemas.microsoft.com/office/drawing/2014/main" id="{384997AC-2BF2-4BE2-8BA7-7539238BAE5B}"/>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내가 고른 여행이 점수가 됩니다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731789d0e334545"/>
          <a:stretch xmlns:a="http://schemas.openxmlformats.org/drawingml/2006/main"/>
        </p:blipFill>
        <p:spPr>
          <a:xfrm xmlns:a="http://schemas.openxmlformats.org/drawingml/2006/main">
            <a:off x="4857750" y="1678559"/>
            <a:ext cx="6724650" cy="434860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5363D5-9852-4782-9ABA-EC0EDFE0A162}"/>
              </a:ext>
            </a:extLst>
          </p:cNvPr>
          <p:cNvSpPr>
            <a:spLocks xmlns:a="http://schemas.openxmlformats.org/drawingml/2006/main" noGrp="1"/>
          </p:cNvSpPr>
          <p:nvPr/>
        </p:nvSpPr>
        <p:spPr>
          <a:xfrm xmlns:a="http://schemas.openxmlformats.org/drawingml/2006/main">
            <a:off x="609600" y="182880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3E48"/>
                </a:solidFill>
                <a:latin typeface="Pretendard"/>
                <a:ea typeface="Pretendard"/>
                <a:cs typeface="Pretendard"/>
              </a:defRPr>
            </a:pPr>
            <a:r>
              <a:rPr sz="2625" b="1">
                <a:solidFill>
                  <a:srgbClr val="153E48"/>
                </a:solidFill>
                <a:latin typeface="Pretendard"/>
                <a:ea typeface="Pretendard"/>
                <a:cs typeface="Pretendard"/>
              </a:rPr>
              <a:t>여덟 여행자 중</a:t>
            </a:r>
          </a:p>
          <a:p xmlns:a="http://schemas.openxmlformats.org/drawingml/2006/main">
            <a:pPr algn="l">
              <a:defRPr sz="2625" b="1">
                <a:solidFill>
                  <a:srgbClr val="153E48"/>
                </a:solidFill>
                <a:latin typeface="Pretendard"/>
                <a:ea typeface="Pretendard"/>
                <a:cs typeface="Pretendard"/>
              </a:defRPr>
            </a:pPr>
            <a:r>
              <a:rPr sz="2625" b="1">
                <a:solidFill>
                  <a:srgbClr val="153E48"/>
                </a:solidFill>
                <a:latin typeface="Pretendard"/>
                <a:ea typeface="Pretendard"/>
                <a:cs typeface="Pretendard"/>
              </a:rPr>
              <a:t>한 사람으로 떠납니다</a:t>
            </a:r>
          </a:p>
        </p:txBody>
      </p:sp>
      <p:sp>
        <p:nvSpPr>
          <p:cNvPr id="6" name="">
            <a:extLst xmlns:a="http://schemas.openxmlformats.org/drawingml/2006/main">
              <a:ext uri="{FF2B5EF4-FFF2-40B4-BE49-F238E27FC236}">
                <a16:creationId xmlns:a16="http://schemas.microsoft.com/office/drawing/2014/main" id="{D9BC4343-D43C-4829-8970-B363675318AB}"/>
              </a:ext>
            </a:extLst>
          </p:cNvPr>
          <p:cNvSpPr>
            <a:spLocks xmlns:a="http://schemas.openxmlformats.org/drawingml/2006/main" noGrp="1"/>
          </p:cNvSpPr>
          <p:nvPr/>
        </p:nvSpPr>
        <p:spPr>
          <a:xfrm xmlns:a="http://schemas.openxmlformats.org/drawingml/2006/main">
            <a:off x="609600" y="3114675"/>
            <a:ext cx="3924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가고 싶은 곳에 멈추고,</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그곳에서 만난 선택에 답합니다.</a:t>
            </a:r>
          </a:p>
        </p:txBody>
      </p:sp>
      <p:sp>
        <p:nvSpPr>
          <p:cNvPr id="7" name="">
            <a:extLst xmlns:a="http://schemas.openxmlformats.org/drawingml/2006/main">
              <a:ext uri="{FF2B5EF4-FFF2-40B4-BE49-F238E27FC236}">
                <a16:creationId xmlns:a16="http://schemas.microsoft.com/office/drawing/2014/main" id="{7F1343CF-A09A-48BF-88A5-D6E3FBD15E1E}"/>
              </a:ext>
            </a:extLst>
          </p:cNvPr>
          <p:cNvSpPr>
            <a:spLocks xmlns:a="http://schemas.openxmlformats.org/drawingml/2006/main" noGrp="1"/>
          </p:cNvSpPr>
          <p:nvPr/>
        </p:nvSpPr>
        <p:spPr>
          <a:xfrm xmlns:a="http://schemas.openxmlformats.org/drawingml/2006/main">
            <a:off x="609600" y="4229100"/>
            <a:ext cx="3990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풍경과 체험, 미식을 모으며</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내 여행 목표를 완성하세요.</a:t>
            </a:r>
          </a:p>
        </p:txBody>
      </p:sp>
      <p:sp>
        <p:nvSpPr>
          <p:cNvPr id="8" name="">
            <a:extLst xmlns:a="http://schemas.openxmlformats.org/drawingml/2006/main">
              <a:ext uri="{FF2B5EF4-FFF2-40B4-BE49-F238E27FC236}">
                <a16:creationId xmlns:a16="http://schemas.microsoft.com/office/drawing/2014/main" id="{C89DEFDF-E7AB-4739-BA52-B462283EAFE8}"/>
              </a:ext>
            </a:extLst>
          </p:cNvPr>
          <p:cNvSpPr>
            <a:spLocks xmlns:a="http://schemas.openxmlformats.org/drawingml/2006/main" noGrp="1"/>
          </p:cNvSpPr>
          <p:nvPr/>
        </p:nvSpPr>
        <p:spPr>
          <a:xfrm xmlns:a="http://schemas.openxmlformats.org/drawingml/2006/main">
            <a:off x="609600" y="5400675"/>
            <a:ext cx="4152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87986"/>
                </a:solidFill>
                <a:latin typeface="Pretendard"/>
                <a:ea typeface="Pretendard"/>
                <a:cs typeface="Pretendard"/>
              </a:defRPr>
            </a:pPr>
            <a:r>
              <a:rPr sz="1725" b="1">
                <a:solidFill>
                  <a:srgbClr val="087986"/>
                </a:solidFill>
                <a:latin typeface="Pretendard"/>
                <a:ea typeface="Pretendard"/>
                <a:cs typeface="Pretendard"/>
              </a:rPr>
              <a:t>모두 7라운드를 마치면,</a:t>
            </a:r>
          </a:p>
          <a:p xmlns:a="http://schemas.openxmlformats.org/drawingml/2006/main">
            <a:pPr algn="l">
              <a:defRPr sz="1725" b="1">
                <a:solidFill>
                  <a:srgbClr val="087986"/>
                </a:solidFill>
                <a:latin typeface="Pretendard"/>
                <a:ea typeface="Pretendard"/>
                <a:cs typeface="Pretendard"/>
              </a:defRPr>
            </a:pPr>
            <a:r>
              <a:rPr sz="1725" b="1">
                <a:solidFill>
                  <a:srgbClr val="087986"/>
                </a:solidFill>
                <a:latin typeface="Pretendard"/>
                <a:ea typeface="Pretendard"/>
                <a:cs typeface="Pretendard"/>
              </a:rPr>
              <a:t>가장 높은 점수를 얻은 여행자가 승리합니다.</a:t>
            </a:r>
          </a:p>
        </p:txBody>
      </p:sp>
    </p:spTree>
    <p:extLst>
      <p:ext uri="{BB962C8B-B14F-4D97-AF65-F5344CB8AC3E}">
        <p14:creationId xmlns:p14="http://schemas.microsoft.com/office/powerpoint/2010/main" val="715461849"/>
      </p:ext>
    </p:extLst>
  </p:cSld>
</p:sld>
</file>

<file path=ppt/slides/slide4.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200CA08-FE1B-477B-8119-4D2B0644A9BD}"/>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DFA3EC11-8B82-4741-8E9C-1ED63936971B}"/>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04</a:t>
            </a:r>
          </a:p>
        </p:txBody>
      </p:sp>
      <p:sp>
        <p:nvSpPr>
          <p:cNvPr id="3" name="">
            <a:extLst xmlns:a="http://schemas.openxmlformats.org/drawingml/2006/main">
              <a:ext uri="{FF2B5EF4-FFF2-40B4-BE49-F238E27FC236}">
                <a16:creationId xmlns:a16="http://schemas.microsoft.com/office/drawing/2014/main" id="{D42EECD0-AD0E-4324-B551-BAAC3C13569E}"/>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여행자를 고르면, 가고 싶은 곳도 달라집니다</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327589ee4154b98"/>
          <a:srcRect xmlns:a="http://schemas.openxmlformats.org/drawingml/2006/main" l="5755" t="0" r="5755" b="0"/>
          <a:stretch xmlns:a="http://schemas.openxmlformats.org/drawingml/2006/main">
            <a:fillRect l="0" t="0" r="0" b="0"/>
          </a:stretch>
        </p:blipFill>
        <p:spPr>
          <a:xfrm xmlns:a="http://schemas.openxmlformats.org/drawingml/2006/main">
            <a:off x="1228725" y="1600200"/>
            <a:ext cx="23431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1EE818-5163-490F-8389-05B2E1605277}"/>
              </a:ext>
            </a:extLst>
          </p:cNvPr>
          <p:cNvSpPr>
            <a:spLocks xmlns:a="http://schemas.openxmlformats.org/drawingml/2006/main" noGrp="1"/>
          </p:cNvSpPr>
          <p:nvPr/>
        </p:nvSpPr>
        <p:spPr>
          <a:xfrm xmlns:a="http://schemas.openxmlformats.org/drawingml/2006/main">
            <a:off x="6096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정하린</a:t>
            </a:r>
          </a:p>
        </p:txBody>
      </p:sp>
      <p:sp>
        <p:nvSpPr>
          <p:cNvPr id="6" name="">
            <a:extLst xmlns:a="http://schemas.openxmlformats.org/drawingml/2006/main">
              <a:ext uri="{FF2B5EF4-FFF2-40B4-BE49-F238E27FC236}">
                <a16:creationId xmlns:a16="http://schemas.microsoft.com/office/drawing/2014/main" id="{A1511C2E-70DB-4C02-9102-DA6296DA4085}"/>
              </a:ext>
            </a:extLst>
          </p:cNvPr>
          <p:cNvSpPr>
            <a:spLocks xmlns:a="http://schemas.openxmlformats.org/drawingml/2006/main" noGrp="1"/>
          </p:cNvSpPr>
          <p:nvPr/>
        </p:nvSpPr>
        <p:spPr>
          <a:xfrm xmlns:a="http://schemas.openxmlformats.org/drawingml/2006/main">
            <a:off x="6096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첫 직장을 앞둔 여행자</a:t>
            </a:r>
          </a:p>
        </p:txBody>
      </p:sp>
      <p:sp>
        <p:nvSpPr>
          <p:cNvPr id="7" name="">
            <a:extLst xmlns:a="http://schemas.openxmlformats.org/drawingml/2006/main">
              <a:ext uri="{FF2B5EF4-FFF2-40B4-BE49-F238E27FC236}">
                <a16:creationId xmlns:a16="http://schemas.microsoft.com/office/drawing/2014/main" id="{4A1AA7E9-512F-4E08-BC7A-1514E88D71BE}"/>
              </a:ext>
            </a:extLst>
          </p:cNvPr>
          <p:cNvSpPr>
            <a:spLocks xmlns:a="http://schemas.openxmlformats.org/drawingml/2006/main" noGrp="1"/>
          </p:cNvSpPr>
          <p:nvPr/>
        </p:nvSpPr>
        <p:spPr>
          <a:xfrm xmlns:a="http://schemas.openxmlformats.org/drawingml/2006/main">
            <a:off x="6096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이번에는 내가 정한 길로</a:t>
            </a:r>
          </a:p>
        </p:txBody>
      </p:sp>
      <p:sp>
        <p:nvSpPr>
          <p:cNvPr id="8" name="">
            <a:extLst xmlns:a="http://schemas.openxmlformats.org/drawingml/2006/main">
              <a:ext uri="{FF2B5EF4-FFF2-40B4-BE49-F238E27FC236}">
                <a16:creationId xmlns:a16="http://schemas.microsoft.com/office/drawing/2014/main" id="{3A8BD7D8-BCFF-45B5-8788-7DA1E66A842E}"/>
              </a:ext>
            </a:extLst>
          </p:cNvPr>
          <p:cNvSpPr>
            <a:spLocks xmlns:a="http://schemas.openxmlformats.org/drawingml/2006/main" noGrp="1"/>
          </p:cNvSpPr>
          <p:nvPr/>
        </p:nvSpPr>
        <p:spPr>
          <a:xfrm xmlns:a="http://schemas.openxmlformats.org/drawingml/2006/main">
            <a:off x="6096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네 권역 이상을 방문하고</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내 코스 세 곳을 찾아갑니다.</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1e9ce46f11b4e67"/>
          <a:srcRect xmlns:a="http://schemas.openxmlformats.org/drawingml/2006/main" l="5755" t="0" r="5755" b="0"/>
          <a:stretch xmlns:a="http://schemas.openxmlformats.org/drawingml/2006/main">
            <a:fillRect l="0" t="0" r="0" b="0"/>
          </a:stretch>
        </p:blipFill>
        <p:spPr>
          <a:xfrm xmlns:a="http://schemas.openxmlformats.org/drawingml/2006/main">
            <a:off x="4962525" y="1600200"/>
            <a:ext cx="2343150" cy="2647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ECABF94-B689-4F3F-8DAD-4687DB25FF54}"/>
              </a:ext>
            </a:extLst>
          </p:cNvPr>
          <p:cNvSpPr>
            <a:spLocks xmlns:a="http://schemas.openxmlformats.org/drawingml/2006/main" noGrp="1"/>
          </p:cNvSpPr>
          <p:nvPr/>
        </p:nvSpPr>
        <p:spPr>
          <a:xfrm xmlns:a="http://schemas.openxmlformats.org/drawingml/2006/main">
            <a:off x="43434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김수진</a:t>
            </a:r>
          </a:p>
        </p:txBody>
      </p:sp>
      <p:sp>
        <p:nvSpPr>
          <p:cNvPr id="11" name="">
            <a:extLst xmlns:a="http://schemas.openxmlformats.org/drawingml/2006/main">
              <a:ext uri="{FF2B5EF4-FFF2-40B4-BE49-F238E27FC236}">
                <a16:creationId xmlns:a16="http://schemas.microsoft.com/office/drawing/2014/main" id="{808AD20F-F8EC-4EF7-B33C-31BBB1045D67}"/>
              </a:ext>
            </a:extLst>
          </p:cNvPr>
          <p:cNvSpPr>
            <a:spLocks xmlns:a="http://schemas.openxmlformats.org/drawingml/2006/main" noGrp="1"/>
          </p:cNvSpPr>
          <p:nvPr/>
        </p:nvSpPr>
        <p:spPr>
          <a:xfrm xmlns:a="http://schemas.openxmlformats.org/drawingml/2006/main">
            <a:off x="43434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휴가를 얻은 간호사</a:t>
            </a:r>
          </a:p>
        </p:txBody>
      </p:sp>
      <p:sp>
        <p:nvSpPr>
          <p:cNvPr id="12" name="">
            <a:extLst xmlns:a="http://schemas.openxmlformats.org/drawingml/2006/main">
              <a:ext uri="{FF2B5EF4-FFF2-40B4-BE49-F238E27FC236}">
                <a16:creationId xmlns:a16="http://schemas.microsoft.com/office/drawing/2014/main" id="{3B5D1707-7047-4107-BD69-59D5DC803B33}"/>
              </a:ext>
            </a:extLst>
          </p:cNvPr>
          <p:cNvSpPr>
            <a:spLocks xmlns:a="http://schemas.openxmlformats.org/drawingml/2006/main" noGrp="1"/>
          </p:cNvSpPr>
          <p:nvPr/>
        </p:nvSpPr>
        <p:spPr>
          <a:xfrm xmlns:a="http://schemas.openxmlformats.org/drawingml/2006/main">
            <a:off x="43434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무리하지 않고 오래 걷기</a:t>
            </a:r>
          </a:p>
        </p:txBody>
      </p:sp>
      <p:sp>
        <p:nvSpPr>
          <p:cNvPr id="13" name="">
            <a:extLst xmlns:a="http://schemas.openxmlformats.org/drawingml/2006/main">
              <a:ext uri="{FF2B5EF4-FFF2-40B4-BE49-F238E27FC236}">
                <a16:creationId xmlns:a16="http://schemas.microsoft.com/office/drawing/2014/main" id="{87AB81AD-BFB1-4601-8D45-270B4FE5F673}"/>
              </a:ext>
            </a:extLst>
          </p:cNvPr>
          <p:cNvSpPr>
            <a:spLocks xmlns:a="http://schemas.openxmlformats.org/drawingml/2006/main" noGrp="1"/>
          </p:cNvSpPr>
          <p:nvPr/>
        </p:nvSpPr>
        <p:spPr>
          <a:xfrm xmlns:a="http://schemas.openxmlformats.org/drawingml/2006/main">
            <a:off x="43434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코스를 완성하면서도</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피로를 적게 남기고 싶습니다.</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cb3cfa07c7d41b0"/>
          <a:srcRect xmlns:a="http://schemas.openxmlformats.org/drawingml/2006/main" l="5755" t="0" r="5755" b="0"/>
          <a:stretch xmlns:a="http://schemas.openxmlformats.org/drawingml/2006/main">
            <a:fillRect l="0" t="0" r="0" b="0"/>
          </a:stretch>
        </p:blipFill>
        <p:spPr>
          <a:xfrm xmlns:a="http://schemas.openxmlformats.org/drawingml/2006/main">
            <a:off x="8696325" y="1600200"/>
            <a:ext cx="2343150" cy="26479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06D48D4-EDE1-4381-A1BF-432FFA2F83E1}"/>
              </a:ext>
            </a:extLst>
          </p:cNvPr>
          <p:cNvSpPr>
            <a:spLocks xmlns:a="http://schemas.openxmlformats.org/drawingml/2006/main" noGrp="1"/>
          </p:cNvSpPr>
          <p:nvPr/>
        </p:nvSpPr>
        <p:spPr>
          <a:xfrm xmlns:a="http://schemas.openxmlformats.org/drawingml/2006/main">
            <a:off x="80772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박영호</a:t>
            </a:r>
          </a:p>
        </p:txBody>
      </p:sp>
      <p:sp>
        <p:nvSpPr>
          <p:cNvPr id="16" name="">
            <a:extLst xmlns:a="http://schemas.openxmlformats.org/drawingml/2006/main">
              <a:ext uri="{FF2B5EF4-FFF2-40B4-BE49-F238E27FC236}">
                <a16:creationId xmlns:a16="http://schemas.microsoft.com/office/drawing/2014/main" id="{0ECFC216-616B-4724-847A-FDAAC0091A56}"/>
              </a:ext>
            </a:extLst>
          </p:cNvPr>
          <p:cNvSpPr>
            <a:spLocks xmlns:a="http://schemas.openxmlformats.org/drawingml/2006/main" noGrp="1"/>
          </p:cNvSpPr>
          <p:nvPr/>
        </p:nvSpPr>
        <p:spPr>
          <a:xfrm xmlns:a="http://schemas.openxmlformats.org/drawingml/2006/main">
            <a:off x="80772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동네 빵집 사장</a:t>
            </a:r>
          </a:p>
        </p:txBody>
      </p:sp>
      <p:sp>
        <p:nvSpPr>
          <p:cNvPr id="17" name="">
            <a:extLst xmlns:a="http://schemas.openxmlformats.org/drawingml/2006/main">
              <a:ext uri="{FF2B5EF4-FFF2-40B4-BE49-F238E27FC236}">
                <a16:creationId xmlns:a16="http://schemas.microsoft.com/office/drawing/2014/main" id="{45D12CE1-3749-465B-89FB-B6F312470694}"/>
              </a:ext>
            </a:extLst>
          </p:cNvPr>
          <p:cNvSpPr>
            <a:spLocks xmlns:a="http://schemas.openxmlformats.org/drawingml/2006/main" noGrp="1"/>
          </p:cNvSpPr>
          <p:nvPr/>
        </p:nvSpPr>
        <p:spPr>
          <a:xfrm xmlns:a="http://schemas.openxmlformats.org/drawingml/2006/main">
            <a:off x="80772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섬에서 맛본 것을 기억하기</a:t>
            </a:r>
          </a:p>
        </p:txBody>
      </p:sp>
      <p:sp>
        <p:nvSpPr>
          <p:cNvPr id="18" name="">
            <a:extLst xmlns:a="http://schemas.openxmlformats.org/drawingml/2006/main">
              <a:ext uri="{FF2B5EF4-FFF2-40B4-BE49-F238E27FC236}">
                <a16:creationId xmlns:a16="http://schemas.microsoft.com/office/drawing/2014/main" id="{6921C477-7007-49B6-9BB2-74A45E340743}"/>
              </a:ext>
            </a:extLst>
          </p:cNvPr>
          <p:cNvSpPr>
            <a:spLocks xmlns:a="http://schemas.openxmlformats.org/drawingml/2006/main" noGrp="1"/>
          </p:cNvSpPr>
          <p:nvPr/>
        </p:nvSpPr>
        <p:spPr>
          <a:xfrm xmlns:a="http://schemas.openxmlformats.org/drawingml/2006/main">
            <a:off x="80772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미식 여섯 장을 모으되</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돌아갈 예산도 남겨 둡니다.</a:t>
            </a:r>
          </a:p>
        </p:txBody>
      </p:sp>
    </p:spTree>
    <p:extLst>
      <p:ext uri="{BB962C8B-B14F-4D97-AF65-F5344CB8AC3E}">
        <p14:creationId xmlns:p14="http://schemas.microsoft.com/office/powerpoint/2010/main" val="1904298161"/>
      </p:ext>
    </p:extLst>
  </p:cSld>
</p:sld>
</file>

<file path=ppt/slides/slide5.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97653F-DA7E-4572-AAB6-30ECC3D547DC}"/>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66438278-75F2-4DCF-9613-357F32CBCEF1}"/>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05</a:t>
            </a:r>
          </a:p>
        </p:txBody>
      </p:sp>
      <p:sp>
        <p:nvSpPr>
          <p:cNvPr id="3" name="">
            <a:extLst xmlns:a="http://schemas.openxmlformats.org/drawingml/2006/main">
              <a:ext uri="{FF2B5EF4-FFF2-40B4-BE49-F238E27FC236}">
                <a16:creationId xmlns:a16="http://schemas.microsoft.com/office/drawing/2014/main" id="{9496E4DB-7E96-4C01-9672-8B050E8B9DB5}"/>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주사위는 거리를, 나는 목적지를 고릅니다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458c37ea1f042b6"/>
          <a:stretch xmlns:a="http://schemas.openxmlformats.org/drawingml/2006/main"/>
        </p:blipFill>
        <p:spPr>
          <a:xfrm xmlns:a="http://schemas.openxmlformats.org/drawingml/2006/main">
            <a:off x="1233488" y="1638300"/>
            <a:ext cx="3343275" cy="4457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7A86020-DBEF-450F-9A9E-68CC07F0C7B2}"/>
              </a:ext>
            </a:extLst>
          </p:cNvPr>
          <p:cNvSpPr>
            <a:spLocks xmlns:a="http://schemas.openxmlformats.org/drawingml/2006/main" noGrp="1"/>
          </p:cNvSpPr>
          <p:nvPr/>
        </p:nvSpPr>
        <p:spPr>
          <a:xfrm xmlns:a="http://schemas.openxmlformats.org/drawingml/2006/main">
            <a:off x="5743575" y="18573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986"/>
                </a:solidFill>
                <a:latin typeface="Pretendard"/>
                <a:ea typeface="Pretendard"/>
                <a:cs typeface="Pretendard"/>
              </a:defRPr>
            </a:pPr>
            <a:r>
              <a:rPr sz="2325" b="1">
                <a:solidFill>
                  <a:srgbClr val="087986"/>
                </a:solidFill>
                <a:latin typeface="Pretendard"/>
                <a:ea typeface="Pretendard"/>
                <a:cs typeface="Pretendard"/>
              </a:rPr>
              <a:t>주사위가 2라면</a:t>
            </a:r>
          </a:p>
        </p:txBody>
      </p:sp>
      <p:sp>
        <p:nvSpPr>
          <p:cNvPr id="6" name="">
            <a:extLst xmlns:a="http://schemas.openxmlformats.org/drawingml/2006/main">
              <a:ext uri="{FF2B5EF4-FFF2-40B4-BE49-F238E27FC236}">
                <a16:creationId xmlns:a16="http://schemas.microsoft.com/office/drawing/2014/main" id="{3B976803-303B-4AD1-B1E7-186D1FAEC103}"/>
              </a:ext>
            </a:extLst>
          </p:cNvPr>
          <p:cNvSpPr>
            <a:spLocks xmlns:a="http://schemas.openxmlformats.org/drawingml/2006/main" noGrp="1"/>
          </p:cNvSpPr>
          <p:nvPr/>
        </p:nvSpPr>
        <p:spPr>
          <a:xfrm xmlns:a="http://schemas.openxmlformats.org/drawingml/2006/main">
            <a:off x="5743575" y="2524125"/>
            <a:ext cx="5619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3E48"/>
                </a:solidFill>
                <a:latin typeface="Pretendard"/>
                <a:ea typeface="Pretendard"/>
                <a:cs typeface="Pretendard"/>
              </a:defRPr>
            </a:pPr>
            <a:r>
              <a:rPr sz="3225" b="1">
                <a:solidFill>
                  <a:srgbClr val="153E48"/>
                </a:solidFill>
                <a:latin typeface="Pretendard"/>
                <a:ea typeface="Pretendard"/>
                <a:cs typeface="Pretendard"/>
              </a:rPr>
              <a:t>나리분지에서 멈출까,</a:t>
            </a:r>
          </a:p>
          <a:p xmlns:a="http://schemas.openxmlformats.org/drawingml/2006/main">
            <a:pPr algn="l">
              <a:defRPr sz="3225" b="1">
                <a:solidFill>
                  <a:srgbClr val="153E48"/>
                </a:solidFill>
                <a:latin typeface="Pretendard"/>
                <a:ea typeface="Pretendard"/>
                <a:cs typeface="Pretendard"/>
              </a:defRPr>
            </a:pPr>
            <a:r>
              <a:rPr sz="3225" b="1">
                <a:solidFill>
                  <a:srgbClr val="153E48"/>
                </a:solidFill>
                <a:latin typeface="Pretendard"/>
                <a:ea typeface="Pretendard"/>
                <a:cs typeface="Pretendard"/>
              </a:rPr>
              <a:t>성인봉까지 올라갈까?</a:t>
            </a:r>
          </a:p>
        </p:txBody>
      </p:sp>
      <p:sp>
        <p:nvSpPr>
          <p:cNvPr id="7" name="">
            <a:extLst xmlns:a="http://schemas.openxmlformats.org/drawingml/2006/main">
              <a:ext uri="{FF2B5EF4-FFF2-40B4-BE49-F238E27FC236}">
                <a16:creationId xmlns:a16="http://schemas.microsoft.com/office/drawing/2014/main" id="{6034E1DE-0828-4294-B2AD-0E75D464E7A9}"/>
              </a:ext>
            </a:extLst>
          </p:cNvPr>
          <p:cNvSpPr>
            <a:spLocks xmlns:a="http://schemas.openxmlformats.org/drawingml/2006/main" noGrp="1"/>
          </p:cNvSpPr>
          <p:nvPr/>
        </p:nvSpPr>
        <p:spPr>
          <a:xfrm xmlns:a="http://schemas.openxmlformats.org/drawingml/2006/main">
            <a:off x="5743575" y="416242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E48"/>
                </a:solidFill>
                <a:latin typeface="Pretendard"/>
                <a:ea typeface="Pretendard"/>
                <a:cs typeface="Pretendard"/>
              </a:defRPr>
            </a:pPr>
            <a:r>
              <a:rPr sz="2175" b="1">
                <a:solidFill>
                  <a:srgbClr val="153E48"/>
                </a:solidFill>
                <a:latin typeface="Pretendard"/>
                <a:ea typeface="Pretendard"/>
                <a:cs typeface="Pretendard"/>
              </a:rPr>
              <a:t>천부 · 나리분지 · 성인봉</a:t>
            </a:r>
          </a:p>
        </p:txBody>
      </p:sp>
      <p:sp>
        <p:nvSpPr>
          <p:cNvPr id="8" name="">
            <a:extLst xmlns:a="http://schemas.openxmlformats.org/drawingml/2006/main">
              <a:ext uri="{FF2B5EF4-FFF2-40B4-BE49-F238E27FC236}">
                <a16:creationId xmlns:a16="http://schemas.microsoft.com/office/drawing/2014/main" id="{46293AB5-EE62-4356-8FF9-EB22CD4FD974}"/>
              </a:ext>
            </a:extLst>
          </p:cNvPr>
          <p:cNvSpPr>
            <a:spLocks xmlns:a="http://schemas.openxmlformats.org/drawingml/2006/main" noGrp="1"/>
          </p:cNvSpPr>
          <p:nvPr/>
        </p:nvSpPr>
        <p:spPr>
          <a:xfrm xmlns:a="http://schemas.openxmlformats.org/drawingml/2006/main">
            <a:off x="5743575" y="4762500"/>
            <a:ext cx="5610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천부에서 출발하는 두 칸 이동 예시.</a:t>
            </a:r>
          </a:p>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연결된 길을 따라, 주사위 눈 이내에서 멈춥니다.</a:t>
            </a:r>
          </a:p>
        </p:txBody>
      </p:sp>
    </p:spTree>
    <p:extLst>
      <p:ext uri="{BB962C8B-B14F-4D97-AF65-F5344CB8AC3E}">
        <p14:creationId xmlns:p14="http://schemas.microsoft.com/office/powerpoint/2010/main" val="1295301163"/>
      </p:ext>
    </p:extLst>
  </p:cSld>
</p:sld>
</file>

<file path=ppt/slides/slide6.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3CE50D-1E8A-4DC4-9A9B-6A5187A34A85}"/>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526B7446-6C6C-47C5-B544-78581187A38A}"/>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06</a:t>
            </a:r>
          </a:p>
        </p:txBody>
      </p:sp>
      <p:sp>
        <p:nvSpPr>
          <p:cNvPr id="3" name="">
            <a:extLst xmlns:a="http://schemas.openxmlformats.org/drawingml/2006/main">
              <a:ext uri="{FF2B5EF4-FFF2-40B4-BE49-F238E27FC236}">
                <a16:creationId xmlns:a16="http://schemas.microsoft.com/office/drawing/2014/main" id="{07239CD8-70B0-4BD2-B09A-1FB1C034D064}"/>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쉬고 갈까, 하나 더 해볼까</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fc147749ac47dc"/>
          <a:stretch xmlns:a="http://schemas.openxmlformats.org/drawingml/2006/main"/>
        </p:blipFill>
        <p:spPr>
          <a:xfrm xmlns:a="http://schemas.openxmlformats.org/drawingml/2006/main">
            <a:off x="619125" y="1564314"/>
            <a:ext cx="3067050" cy="47580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5B0E34-2984-4533-B121-A19CC023A066}"/>
              </a:ext>
            </a:extLst>
          </p:cNvPr>
          <p:cNvSpPr>
            <a:spLocks xmlns:a="http://schemas.openxmlformats.org/drawingml/2006/main" noGrp="1"/>
          </p:cNvSpPr>
          <p:nvPr/>
        </p:nvSpPr>
        <p:spPr>
          <a:xfrm xmlns:a="http://schemas.openxmlformats.org/drawingml/2006/main">
            <a:off x="4267200" y="16002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5747B"/>
                </a:solidFill>
                <a:latin typeface="Pretendard"/>
                <a:ea typeface="Pretendard"/>
                <a:cs typeface="Pretendard"/>
              </a:defRPr>
            </a:pPr>
            <a:r>
              <a:rPr sz="1800" b="0">
                <a:solidFill>
                  <a:srgbClr val="55747B"/>
                </a:solidFill>
                <a:latin typeface="Pretendard"/>
                <a:ea typeface="Pretendard"/>
                <a:cs typeface="Pretendard"/>
              </a:rPr>
              <a:t>피로 1장이 있는 중반 차례라면</a:t>
            </a:r>
          </a:p>
        </p:txBody>
      </p:sp>
      <p:sp>
        <p:nvSpPr>
          <p:cNvPr id="6" name="">
            <a:extLst xmlns:a="http://schemas.openxmlformats.org/drawingml/2006/main">
              <a:ext uri="{FF2B5EF4-FFF2-40B4-BE49-F238E27FC236}">
                <a16:creationId xmlns:a16="http://schemas.microsoft.com/office/drawing/2014/main" id="{12C25B99-479B-4394-8D97-39066C436AE6}"/>
              </a:ext>
            </a:extLst>
          </p:cNvPr>
          <p:cNvSpPr>
            <a:spLocks xmlns:a="http://schemas.openxmlformats.org/drawingml/2006/main" noGrp="1"/>
          </p:cNvSpPr>
          <p:nvPr/>
        </p:nvSpPr>
        <p:spPr>
          <a:xfrm xmlns:a="http://schemas.openxmlformats.org/drawingml/2006/main">
            <a:off x="4267200" y="22383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A  합승을 기다리며 쉰다</a:t>
            </a:r>
          </a:p>
        </p:txBody>
      </p:sp>
      <p:sp>
        <p:nvSpPr>
          <p:cNvPr id="7" name="">
            <a:extLst xmlns:a="http://schemas.openxmlformats.org/drawingml/2006/main">
              <a:ext uri="{FF2B5EF4-FFF2-40B4-BE49-F238E27FC236}">
                <a16:creationId xmlns:a16="http://schemas.microsoft.com/office/drawing/2014/main" id="{0B6F4313-401C-4AB1-A183-384120DAF136}"/>
              </a:ext>
            </a:extLst>
          </p:cNvPr>
          <p:cNvSpPr>
            <a:spLocks xmlns:a="http://schemas.openxmlformats.org/drawingml/2006/main" noGrp="1"/>
          </p:cNvSpPr>
          <p:nvPr/>
        </p:nvSpPr>
        <p:spPr>
          <a:xfrm xmlns:a="http://schemas.openxmlformats.org/drawingml/2006/main">
            <a:off x="4267200" y="2876550"/>
            <a:ext cx="702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1만원을 쓰고 피로 1장을 덜어 냅니다.</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다음 이동에는 주사위 2개를 굴립니다.</a:t>
            </a:r>
          </a:p>
        </p:txBody>
      </p:sp>
      <p:sp>
        <p:nvSpPr>
          <p:cNvPr id="8" name="">
            <a:extLst xmlns:a="http://schemas.openxmlformats.org/drawingml/2006/main">
              <a:ext uri="{FF2B5EF4-FFF2-40B4-BE49-F238E27FC236}">
                <a16:creationId xmlns:a16="http://schemas.microsoft.com/office/drawing/2014/main" id="{32CA60F8-0EC6-44EB-8BAB-D6369948E52A}"/>
              </a:ext>
            </a:extLst>
          </p:cNvPr>
          <p:cNvSpPr>
            <a:spLocks xmlns:a="http://schemas.openxmlformats.org/drawingml/2006/main" noGrp="1"/>
          </p:cNvSpPr>
          <p:nvPr/>
        </p:nvSpPr>
        <p:spPr>
          <a:xfrm xmlns:a="http://schemas.openxmlformats.org/drawingml/2006/main">
            <a:off x="4267200" y="40671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B  주변 길을 걷는다</a:t>
            </a:r>
          </a:p>
        </p:txBody>
      </p:sp>
      <p:sp>
        <p:nvSpPr>
          <p:cNvPr id="9" name="">
            <a:extLst xmlns:a="http://schemas.openxmlformats.org/drawingml/2006/main">
              <a:ext uri="{FF2B5EF4-FFF2-40B4-BE49-F238E27FC236}">
                <a16:creationId xmlns:a16="http://schemas.microsoft.com/office/drawing/2014/main" id="{972EEE33-2381-4A51-A5B6-D2C95776A3E7}"/>
              </a:ext>
            </a:extLst>
          </p:cNvPr>
          <p:cNvSpPr>
            <a:spLocks xmlns:a="http://schemas.openxmlformats.org/drawingml/2006/main" noGrp="1"/>
          </p:cNvSpPr>
          <p:nvPr/>
        </p:nvSpPr>
        <p:spPr>
          <a:xfrm xmlns:a="http://schemas.openxmlformats.org/drawingml/2006/main">
            <a:off x="4267200" y="4695825"/>
            <a:ext cx="702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체험 1장을 얻습니다.</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대신 피로도 1장 늘어납니다.</a:t>
            </a:r>
          </a:p>
        </p:txBody>
      </p:sp>
      <p:sp>
        <p:nvSpPr>
          <p:cNvPr id="10" name="">
            <a:extLst xmlns:a="http://schemas.openxmlformats.org/drawingml/2006/main">
              <a:ext uri="{FF2B5EF4-FFF2-40B4-BE49-F238E27FC236}">
                <a16:creationId xmlns:a16="http://schemas.microsoft.com/office/drawing/2014/main" id="{22075CD2-DD70-4A57-B186-2147F74A0D69}"/>
              </a:ext>
            </a:extLst>
          </p:cNvPr>
          <p:cNvSpPr>
            <a:spLocks xmlns:a="http://schemas.openxmlformats.org/drawingml/2006/main" noGrp="1"/>
          </p:cNvSpPr>
          <p:nvPr/>
        </p:nvSpPr>
        <p:spPr>
          <a:xfrm xmlns:a="http://schemas.openxmlformats.org/drawingml/2006/main">
            <a:off x="4267200" y="5857875"/>
            <a:ext cx="716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986"/>
                </a:solidFill>
                <a:latin typeface="Pretendard"/>
                <a:ea typeface="Pretendard"/>
                <a:cs typeface="Pretendard"/>
              </a:defRPr>
            </a:pPr>
            <a:r>
              <a:rPr sz="1875" b="1">
                <a:solidFill>
                  <a:srgbClr val="087986"/>
                </a:solidFill>
                <a:latin typeface="Pretendard"/>
                <a:ea typeface="Pretendard"/>
                <a:cs typeface="Pretendard"/>
              </a:rPr>
              <a:t>“지금 내 여행에 더 필요한 건 무엇일까?”</a:t>
            </a:r>
          </a:p>
        </p:txBody>
      </p:sp>
    </p:spTree>
    <p:extLst>
      <p:ext uri="{BB962C8B-B14F-4D97-AF65-F5344CB8AC3E}">
        <p14:creationId xmlns:p14="http://schemas.microsoft.com/office/powerpoint/2010/main" val="252148839"/>
      </p:ext>
    </p:extLst>
  </p:cSld>
</p:sld>
</file>

<file path=ppt/slides/slide7.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D29384-1C85-4D4F-81F9-E0DEC42AAA89}"/>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E46DB2C9-015E-4840-A7BC-FE9F4D4726DC}"/>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07</a:t>
            </a:r>
          </a:p>
        </p:txBody>
      </p:sp>
      <p:sp>
        <p:nvSpPr>
          <p:cNvPr id="3" name="">
            <a:extLst xmlns:a="http://schemas.openxmlformats.org/drawingml/2006/main">
              <a:ext uri="{FF2B5EF4-FFF2-40B4-BE49-F238E27FC236}">
                <a16:creationId xmlns:a16="http://schemas.microsoft.com/office/drawing/2014/main" id="{64FFBC8C-93E2-44EF-B50E-C690D6F8B6E6}"/>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내 목표를 쫓다가 옆 사람을 보게 됩니다</a:t>
            </a:r>
          </a:p>
        </p:txBody>
      </p:sp>
      <p:sp>
        <p:nvSpPr>
          <p:cNvPr id="4" name="">
            <a:extLst xmlns:a="http://schemas.openxmlformats.org/drawingml/2006/main">
              <a:ext uri="{FF2B5EF4-FFF2-40B4-BE49-F238E27FC236}">
                <a16:creationId xmlns:a16="http://schemas.microsoft.com/office/drawing/2014/main" id="{662DAD87-2096-43EB-9B6F-61C37525E7A2}"/>
              </a:ext>
            </a:extLst>
          </p:cNvPr>
          <p:cNvSpPr>
            <a:spLocks xmlns:a="http://schemas.openxmlformats.org/drawingml/2006/main" noGrp="1"/>
          </p:cNvSpPr>
          <p:nvPr/>
        </p:nvSpPr>
        <p:spPr>
          <a:xfrm xmlns:a="http://schemas.openxmlformats.org/drawingml/2006/main">
            <a:off x="609600" y="1695450"/>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986"/>
                </a:solidFill>
                <a:latin typeface="Pretendard"/>
                <a:ea typeface="Pretendard"/>
                <a:cs typeface="Pretendard"/>
              </a:defRPr>
            </a:pPr>
            <a:r>
              <a:rPr sz="2325" b="1">
                <a:solidFill>
                  <a:srgbClr val="087986"/>
                </a:solidFill>
                <a:latin typeface="Pretendard"/>
                <a:ea typeface="Pretendard"/>
                <a:cs typeface="Pretendard"/>
              </a:rPr>
              <a:t>미식 한 장으로 뒤집히는 달인 경쟁</a:t>
            </a:r>
          </a:p>
        </p:txBody>
      </p:sp>
      <p:graphicFrame>
        <p:nvGraphicFramePr>
          <p:cNvPr id="13" name=""/>
          <p:cNvGraphicFramePr/>
          <p:nvPr/>
        </p:nvGraphicFramePr>
        <p:xfrm>
          <a:off xmlns:a="http://schemas.openxmlformats.org/drawingml/2006/main" x="609600" y="2409825"/>
          <a:ext xmlns:a="http://schemas.openxmlformats.org/drawingml/2006/main" cx="10972800" cy="2085975"/>
        </p:xfrm>
        <a:graphic xmlns:a="http://schemas.openxmlformats.org/drawingml/2006/main">
          <a:graphicData uri="http://schemas.openxmlformats.org/drawingml/2006/table">
            <a:tbl>
              <a:tblPr/>
              <a:tblGrid>
                <a:gridCol w="5295900"/>
                <a:gridCol w="2838450"/>
                <a:gridCol w="2838450"/>
              </a:tblGrid>
              <a:tr h="695325">
                <a:tc>
                  <a:txBody>
                    <a:bodyPr lIns="133350" tIns="95250" rIns="133350" bIns="95250">
                      <a:noAutofit/>
                    </a:bodyPr>
                    <a:lstStyle/>
                    <a:p>
                      <a:r>
                        <a:rPr sz="2100" b="1">
                          <a:solidFill>
                            <a:srgbClr val="FFFFFF"/>
                          </a:solidFill>
                          <a:latin typeface="Pretendard"/>
                          <a:ea typeface="Pretendard"/>
                          <a:cs typeface="Pretendard"/>
                        </a:rPr>
                        <a:t>미식 달인 점수 예시</a:t>
                      </a:r>
                    </a:p>
                  </a:txBody>
                  <a:tcPr marL="91440" marR="91440" marT="45720" marB="45720">
                    <a:solidFill>
                      <a:srgbClr val="153E48"/>
                    </a:solidFill>
                  </a:tcPr>
                </a:tc>
                <a:tc>
                  <a:txBody>
                    <a:bodyPr lIns="133350" tIns="95250" rIns="133350" bIns="95250">
                      <a:noAutofit/>
                    </a:bodyPr>
                    <a:lstStyle/>
                    <a:p>
                      <a:r>
                        <a:rPr sz="2100" b="1">
                          <a:solidFill>
                            <a:srgbClr val="FFFFFF"/>
                          </a:solidFill>
                          <a:latin typeface="Pretendard"/>
                          <a:ea typeface="Pretendard"/>
                          <a:cs typeface="Pretendard"/>
                        </a:rPr>
                        <a:t>나</a:t>
                      </a:r>
                    </a:p>
                  </a:txBody>
                  <a:tcPr marL="91440" marR="91440" marT="45720" marB="45720">
                    <a:solidFill>
                      <a:srgbClr val="153E48"/>
                    </a:solidFill>
                  </a:tcPr>
                </a:tc>
                <a:tc>
                  <a:txBody>
                    <a:bodyPr lIns="133350" tIns="95250" rIns="133350" bIns="95250">
                      <a:noAutofit/>
                    </a:bodyPr>
                    <a:lstStyle/>
                    <a:p>
                      <a:r>
                        <a:rPr sz="2100" b="1">
                          <a:solidFill>
                            <a:srgbClr val="FFFFFF"/>
                          </a:solidFill>
                          <a:latin typeface="Pretendard"/>
                          <a:ea typeface="Pretendard"/>
                          <a:cs typeface="Pretendard"/>
                        </a:rPr>
                        <a:t>옆 사람</a:t>
                      </a:r>
                    </a:p>
                  </a:txBody>
                  <a:tcPr marL="91440" marR="91440" marT="45720" marB="45720">
                    <a:solidFill>
                      <a:srgbClr val="153E48"/>
                    </a:solidFill>
                  </a:tcPr>
                </a:tc>
              </a:tr>
              <a:tr h="695325">
                <a:tc>
                  <a:txBody>
                    <a:bodyPr lIns="133350" tIns="95250" rIns="133350" bIns="95250">
                      <a:noAutofit/>
                    </a:bodyPr>
                    <a:lstStyle/>
                    <a:p>
                      <a:r>
                        <a:rPr sz="2100" b="0">
                          <a:solidFill>
                            <a:srgbClr val="153E48"/>
                          </a:solidFill>
                          <a:latin typeface="Pretendard"/>
                          <a:ea typeface="Pretendard"/>
                          <a:cs typeface="Pretendard"/>
                        </a:rPr>
                        <a:t>각각 미식 5장</a:t>
                      </a:r>
                    </a:p>
                  </a:txBody>
                  <a:tcPr marL="91440" marR="91440" marT="45720" marB="45720">
                    <a:solidFill>
                      <a:srgbClr val="FFFFFF"/>
                    </a:solidFill>
                  </a:tcPr>
                </a:tc>
                <a:tc>
                  <a:txBody>
                    <a:bodyPr lIns="133350" tIns="95250" rIns="133350" bIns="95250">
                      <a:noAutofit/>
                    </a:bodyPr>
                    <a:lstStyle/>
                    <a:p>
                      <a:r>
                        <a:rPr sz="2100" b="0">
                          <a:solidFill>
                            <a:srgbClr val="153E48"/>
                          </a:solidFill>
                          <a:latin typeface="Pretendard"/>
                          <a:ea typeface="Pretendard"/>
                          <a:cs typeface="Pretendard"/>
                        </a:rPr>
                        <a:t>공동 달인 4점</a:t>
                      </a:r>
                    </a:p>
                  </a:txBody>
                  <a:tcPr marL="91440" marR="91440" marT="45720" marB="45720">
                    <a:solidFill>
                      <a:srgbClr val="FFFFFF"/>
                    </a:solidFill>
                  </a:tcPr>
                </a:tc>
                <a:tc>
                  <a:txBody>
                    <a:bodyPr lIns="133350" tIns="95250" rIns="133350" bIns="95250">
                      <a:noAutofit/>
                    </a:bodyPr>
                    <a:lstStyle/>
                    <a:p>
                      <a:r>
                        <a:rPr sz="2100" b="0">
                          <a:solidFill>
                            <a:srgbClr val="153E48"/>
                          </a:solidFill>
                          <a:latin typeface="Pretendard"/>
                          <a:ea typeface="Pretendard"/>
                          <a:cs typeface="Pretendard"/>
                        </a:rPr>
                        <a:t>공동 달인 4점</a:t>
                      </a:r>
                    </a:p>
                  </a:txBody>
                  <a:tcPr marL="91440" marR="91440" marT="45720" marB="45720">
                    <a:solidFill>
                      <a:srgbClr val="FFFFFF"/>
                    </a:solidFill>
                  </a:tcPr>
                </a:tc>
              </a:tr>
              <a:tr h="695325">
                <a:tc>
                  <a:txBody>
                    <a:bodyPr lIns="133350" tIns="95250" rIns="133350" bIns="95250">
                      <a:noAutofit/>
                    </a:bodyPr>
                    <a:lstStyle/>
                    <a:p>
                      <a:r>
                        <a:rPr sz="2100" b="0">
                          <a:solidFill>
                            <a:srgbClr val="153E48"/>
                          </a:solidFill>
                          <a:latin typeface="Pretendard"/>
                          <a:ea typeface="Pretendard"/>
                          <a:cs typeface="Pretendard"/>
                        </a:rPr>
                        <a:t>나만 6장이 되면</a:t>
                      </a:r>
                    </a:p>
                  </a:txBody>
                  <a:tcPr marL="91440" marR="91440" marT="45720" marB="45720">
                    <a:solidFill>
                      <a:srgbClr val="EDF5F4"/>
                    </a:solidFill>
                  </a:tcPr>
                </a:tc>
                <a:tc>
                  <a:txBody>
                    <a:bodyPr lIns="133350" tIns="95250" rIns="133350" bIns="95250">
                      <a:noAutofit/>
                    </a:bodyPr>
                    <a:lstStyle/>
                    <a:p>
                      <a:r>
                        <a:rPr sz="2100" b="0">
                          <a:solidFill>
                            <a:srgbClr val="153E48"/>
                          </a:solidFill>
                          <a:latin typeface="Pretendard"/>
                          <a:ea typeface="Pretendard"/>
                          <a:cs typeface="Pretendard"/>
                        </a:rPr>
                        <a:t>단독 달인 8점</a:t>
                      </a:r>
                    </a:p>
                  </a:txBody>
                  <a:tcPr marL="91440" marR="91440" marT="45720" marB="45720">
                    <a:solidFill>
                      <a:srgbClr val="EDF5F4"/>
                    </a:solidFill>
                  </a:tcPr>
                </a:tc>
                <a:tc>
                  <a:txBody>
                    <a:bodyPr lIns="133350" tIns="95250" rIns="133350" bIns="95250">
                      <a:noAutofit/>
                    </a:bodyPr>
                    <a:lstStyle/>
                    <a:p>
                      <a:r>
                        <a:rPr sz="2100" b="0">
                          <a:solidFill>
                            <a:srgbClr val="153E48"/>
                          </a:solidFill>
                          <a:latin typeface="Pretendard"/>
                          <a:ea typeface="Pretendard"/>
                          <a:cs typeface="Pretendard"/>
                        </a:rPr>
                        <a:t>달인 점수 0점</a:t>
                      </a:r>
                    </a:p>
                  </a:txBody>
                  <a:tcPr marL="91440" marR="91440" marT="45720" marB="45720">
                    <a:solidFill>
                      <a:srgbClr val="EDF5F4"/>
                    </a:solidFill>
                  </a:tcPr>
                </a:tc>
              </a:tr>
            </a:tbl>
          </a:graphicData>
        </a:graphic>
      </p:graphicFrame>
      <p:sp>
        <p:nvSpPr>
          <p:cNvPr id="6" name="">
            <a:extLst xmlns:a="http://schemas.openxmlformats.org/drawingml/2006/main">
              <a:ext uri="{FF2B5EF4-FFF2-40B4-BE49-F238E27FC236}">
                <a16:creationId xmlns:a16="http://schemas.microsoft.com/office/drawing/2014/main" id="{5820F1F9-98FA-4A8A-BBB6-D800E69B803D}"/>
              </a:ext>
            </a:extLst>
          </p:cNvPr>
          <p:cNvSpPr>
            <a:spLocks xmlns:a="http://schemas.openxmlformats.org/drawingml/2006/main" noGrp="1"/>
          </p:cNvSpPr>
          <p:nvPr/>
        </p:nvSpPr>
        <p:spPr>
          <a:xfrm xmlns:a="http://schemas.openxmlformats.org/drawingml/2006/main">
            <a:off x="609600" y="50387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747B"/>
                </a:solidFill>
                <a:latin typeface="Pretendard"/>
                <a:ea typeface="Pretendard"/>
                <a:cs typeface="Pretendard"/>
              </a:defRPr>
            </a:pPr>
            <a:r>
              <a:rPr sz="2025" b="0">
                <a:solidFill>
                  <a:srgbClr val="55747B"/>
                </a:solidFill>
                <a:latin typeface="Pretendard"/>
                <a:ea typeface="Pretendard"/>
                <a:cs typeface="Pretendard"/>
              </a:rPr>
              <a:t>종류별 단독 달인</a:t>
            </a:r>
          </a:p>
        </p:txBody>
      </p:sp>
      <p:sp>
        <p:nvSpPr>
          <p:cNvPr id="7" name="">
            <a:extLst xmlns:a="http://schemas.openxmlformats.org/drawingml/2006/main">
              <a:ext uri="{FF2B5EF4-FFF2-40B4-BE49-F238E27FC236}">
                <a16:creationId xmlns:a16="http://schemas.microsoft.com/office/drawing/2014/main" id="{F12964E9-65B6-470E-9008-90088244698A}"/>
              </a:ext>
            </a:extLst>
          </p:cNvPr>
          <p:cNvSpPr>
            <a:spLocks xmlns:a="http://schemas.openxmlformats.org/drawingml/2006/main" noGrp="1"/>
          </p:cNvSpPr>
          <p:nvPr/>
        </p:nvSpPr>
        <p:spPr>
          <a:xfrm xmlns:a="http://schemas.openxmlformats.org/drawingml/2006/main">
            <a:off x="3952875" y="4943475"/>
            <a:ext cx="7381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3E48"/>
                </a:solidFill>
                <a:latin typeface="Pretendard"/>
                <a:ea typeface="Pretendard"/>
                <a:cs typeface="Pretendard"/>
              </a:defRPr>
            </a:pPr>
            <a:r>
              <a:rPr sz="2700" b="1">
                <a:solidFill>
                  <a:srgbClr val="153E48"/>
                </a:solidFill>
                <a:latin typeface="Pretendard"/>
                <a:ea typeface="Pretendard"/>
                <a:cs typeface="Pretendard"/>
              </a:rPr>
              <a:t>풍경 3점     체험 5점     미식 8점</a:t>
            </a:r>
          </a:p>
        </p:txBody>
      </p:sp>
      <p:sp>
        <p:nvSpPr>
          <p:cNvPr id="8" name="">
            <a:extLst xmlns:a="http://schemas.openxmlformats.org/drawingml/2006/main">
              <a:ext uri="{FF2B5EF4-FFF2-40B4-BE49-F238E27FC236}">
                <a16:creationId xmlns:a16="http://schemas.microsoft.com/office/drawing/2014/main" id="{0CB5D43A-AE99-413E-A803-37251FD830B5}"/>
              </a:ext>
            </a:extLst>
          </p:cNvPr>
          <p:cNvSpPr>
            <a:spLocks xmlns:a="http://schemas.openxmlformats.org/drawingml/2006/main" noGrp="1"/>
          </p:cNvSpPr>
          <p:nvPr/>
        </p:nvSpPr>
        <p:spPr>
          <a:xfrm xmlns:a="http://schemas.openxmlformats.org/drawingml/2006/main">
            <a:off x="609600" y="58007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986"/>
                </a:solidFill>
                <a:latin typeface="Pretendard"/>
                <a:ea typeface="Pretendard"/>
                <a:cs typeface="Pretendard"/>
              </a:defRPr>
            </a:pPr>
            <a:r>
              <a:rPr sz="2100" b="1">
                <a:solidFill>
                  <a:srgbClr val="087986"/>
                </a:solidFill>
                <a:latin typeface="Pretendard"/>
                <a:ea typeface="Pretendard"/>
                <a:cs typeface="Pretendard"/>
              </a:rPr>
              <a:t>개인 목표를 마칠지, 한 장을 더 모아 달인을 노릴지 고민합니다.</a:t>
            </a:r>
          </a:p>
        </p:txBody>
      </p:sp>
    </p:spTree>
    <p:extLst>
      <p:ext uri="{BB962C8B-B14F-4D97-AF65-F5344CB8AC3E}">
        <p14:creationId xmlns:p14="http://schemas.microsoft.com/office/powerpoint/2010/main" val="1053427705"/>
      </p:ext>
    </p:extLst>
  </p:cSld>
</p:sld>
</file>

<file path=ppt/slides/slide8.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803468-A980-4B39-8FDB-2593B6CFE05C}"/>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1214AEEB-C0FA-43DF-B7D7-041283B49301}"/>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08</a:t>
            </a:r>
          </a:p>
        </p:txBody>
      </p:sp>
      <p:sp>
        <p:nvSpPr>
          <p:cNvPr id="3" name="">
            <a:extLst xmlns:a="http://schemas.openxmlformats.org/drawingml/2006/main">
              <a:ext uri="{FF2B5EF4-FFF2-40B4-BE49-F238E27FC236}">
                <a16:creationId xmlns:a16="http://schemas.microsoft.com/office/drawing/2014/main" id="{5D3B53A1-B27C-4B3B-95DA-1D7F74591EB1}"/>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여행 기록 속에서 울릉도를 만납니다</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f87fe4575bc439e"/>
          <a:stretch xmlns:a="http://schemas.openxmlformats.org/drawingml/2006/main"/>
        </p:blipFill>
        <p:spPr>
          <a:xfrm xmlns:a="http://schemas.openxmlformats.org/drawingml/2006/main">
            <a:off x="819523" y="1524000"/>
            <a:ext cx="2694828" cy="4181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B221974-5E6D-414A-8376-CF298CB9BFDC}"/>
              </a:ext>
            </a:extLst>
          </p:cNvPr>
          <p:cNvSpPr>
            <a:spLocks xmlns:a="http://schemas.openxmlformats.org/drawingml/2006/main" noGrp="1"/>
          </p:cNvSpPr>
          <p:nvPr/>
        </p:nvSpPr>
        <p:spPr>
          <a:xfrm xmlns:a="http://schemas.openxmlformats.org/drawingml/2006/main">
            <a:off x="81915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풍경</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fc66eae84b4eb6"/>
          <a:stretch xmlns:a="http://schemas.openxmlformats.org/drawingml/2006/main"/>
        </p:blipFill>
        <p:spPr>
          <a:xfrm xmlns:a="http://schemas.openxmlformats.org/drawingml/2006/main">
            <a:off x="4610473" y="1524000"/>
            <a:ext cx="2694828" cy="4181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C23D177-6896-4DF5-BDEB-2933AC2A9A42}"/>
              </a:ext>
            </a:extLst>
          </p:cNvPr>
          <p:cNvSpPr>
            <a:spLocks xmlns:a="http://schemas.openxmlformats.org/drawingml/2006/main" noGrp="1"/>
          </p:cNvSpPr>
          <p:nvPr/>
        </p:nvSpPr>
        <p:spPr>
          <a:xfrm xmlns:a="http://schemas.openxmlformats.org/drawingml/2006/main">
            <a:off x="461010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체험</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47a0d912d664825"/>
          <a:stretch xmlns:a="http://schemas.openxmlformats.org/drawingml/2006/main"/>
        </p:blipFill>
        <p:spPr>
          <a:xfrm xmlns:a="http://schemas.openxmlformats.org/drawingml/2006/main">
            <a:off x="8401423" y="1524000"/>
            <a:ext cx="2694828" cy="41814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F418A3B-3B26-4D7E-A6BD-83471EF50DF1}"/>
              </a:ext>
            </a:extLst>
          </p:cNvPr>
          <p:cNvSpPr>
            <a:spLocks xmlns:a="http://schemas.openxmlformats.org/drawingml/2006/main" noGrp="1"/>
          </p:cNvSpPr>
          <p:nvPr/>
        </p:nvSpPr>
        <p:spPr>
          <a:xfrm xmlns:a="http://schemas.openxmlformats.org/drawingml/2006/main">
            <a:off x="840105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미식</a:t>
            </a:r>
          </a:p>
        </p:txBody>
      </p:sp>
    </p:spTree>
    <p:extLst>
      <p:ext uri="{BB962C8B-B14F-4D97-AF65-F5344CB8AC3E}">
        <p14:creationId xmlns:p14="http://schemas.microsoft.com/office/powerpoint/2010/main" val="192409205"/>
      </p:ext>
    </p:extLst>
  </p:cSld>
</p:sld>
</file>

<file path=ppt/slides/slide9.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9DB7BF-3B33-475C-ADE0-4B4B8F000515}"/>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2F8837BE-F64C-42B2-B49A-1B52F4F10AAA}"/>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09</a:t>
            </a:r>
          </a:p>
        </p:txBody>
      </p:sp>
      <p:sp>
        <p:nvSpPr>
          <p:cNvPr id="3" name="">
            <a:extLst xmlns:a="http://schemas.openxmlformats.org/drawingml/2006/main">
              <a:ext uri="{FF2B5EF4-FFF2-40B4-BE49-F238E27FC236}">
                <a16:creationId xmlns:a16="http://schemas.microsoft.com/office/drawing/2014/main" id="{47D1D89F-32B4-400E-BC73-18480B69B3FD}"/>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한 상자에 담은 울릉도 여행</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532a285ba814432"/>
          <a:stretch xmlns:a="http://schemas.openxmlformats.org/drawingml/2006/main"/>
        </p:blipFill>
        <p:spPr>
          <a:xfrm xmlns:a="http://schemas.openxmlformats.org/drawingml/2006/main">
            <a:off x="613156" y="1952625"/>
            <a:ext cx="5488813" cy="34671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3fc0b11a10e46f5"/>
          <a:stretch xmlns:a="http://schemas.openxmlformats.org/drawingml/2006/main"/>
        </p:blipFill>
        <p:spPr>
          <a:xfrm xmlns:a="http://schemas.openxmlformats.org/drawingml/2006/main">
            <a:off x="6143625" y="1747798"/>
            <a:ext cx="1762125" cy="2505154"/>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a9522c7f5a040d5"/>
          <a:stretch xmlns:a="http://schemas.openxmlformats.org/drawingml/2006/main"/>
        </p:blipFill>
        <p:spPr>
          <a:xfrm xmlns:a="http://schemas.openxmlformats.org/drawingml/2006/main">
            <a:off x="8124825" y="2281103"/>
            <a:ext cx="1019175" cy="158142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2563c9b435a45b8"/>
          <a:stretch xmlns:a="http://schemas.openxmlformats.org/drawingml/2006/main"/>
        </p:blipFill>
        <p:spPr>
          <a:xfrm xmlns:a="http://schemas.openxmlformats.org/drawingml/2006/main">
            <a:off x="8829675" y="2119178"/>
            <a:ext cx="1019175" cy="158142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f83909616dc432c"/>
          <a:stretch xmlns:a="http://schemas.openxmlformats.org/drawingml/2006/main"/>
        </p:blipFill>
        <p:spPr>
          <a:xfrm xmlns:a="http://schemas.openxmlformats.org/drawingml/2006/main">
            <a:off x="9534525" y="1957253"/>
            <a:ext cx="1019175" cy="158142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9c4d2aaa6414173"/>
          <a:stretch xmlns:a="http://schemas.openxmlformats.org/drawingml/2006/main"/>
        </p:blipFill>
        <p:spPr>
          <a:xfrm xmlns:a="http://schemas.openxmlformats.org/drawingml/2006/main">
            <a:off x="6553200" y="4514850"/>
            <a:ext cx="762000" cy="7620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ab41c9e852f4847"/>
          <a:stretch xmlns:a="http://schemas.openxmlformats.org/drawingml/2006/main"/>
        </p:blipFill>
        <p:spPr>
          <a:xfrm xmlns:a="http://schemas.openxmlformats.org/drawingml/2006/main">
            <a:off x="7591425" y="4514850"/>
            <a:ext cx="762000" cy="76200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b0e007fce2a49a6"/>
          <a:stretch xmlns:a="http://schemas.openxmlformats.org/drawingml/2006/main"/>
        </p:blipFill>
        <p:spPr>
          <a:xfrm xmlns:a="http://schemas.openxmlformats.org/drawingml/2006/main">
            <a:off x="8629650" y="4514850"/>
            <a:ext cx="762000" cy="7620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7e2e2af978a4738"/>
          <a:stretch xmlns:a="http://schemas.openxmlformats.org/drawingml/2006/main"/>
        </p:blipFill>
        <p:spPr>
          <a:xfrm xmlns:a="http://schemas.openxmlformats.org/drawingml/2006/main">
            <a:off x="9667875" y="4514850"/>
            <a:ext cx="762000" cy="762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8BA37AB-1B12-494C-A00E-B8131C9F4D79}"/>
              </a:ext>
            </a:extLst>
          </p:cNvPr>
          <p:cNvSpPr>
            <a:spLocks xmlns:a="http://schemas.openxmlformats.org/drawingml/2006/main" noGrp="1"/>
          </p:cNvSpPr>
          <p:nvPr/>
        </p:nvSpPr>
        <p:spPr>
          <a:xfrm xmlns:a="http://schemas.openxmlformats.org/drawingml/2006/main">
            <a:off x="609600" y="5657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E48"/>
                </a:solidFill>
                <a:latin typeface="Pretendard"/>
                <a:ea typeface="Pretendard"/>
                <a:cs typeface="Pretendard"/>
              </a:defRPr>
            </a:pPr>
            <a:r>
              <a:rPr sz="2100" b="1">
                <a:solidFill>
                  <a:srgbClr val="153E48"/>
                </a:solidFill>
                <a:latin typeface="Pretendard"/>
                <a:ea typeface="Pretendard"/>
                <a:cs typeface="Pretendard"/>
              </a:rPr>
              <a:t>보드 1개 · 카드 233장 · 여행자북 8권 · 규칙서 1권</a:t>
            </a:r>
          </a:p>
        </p:txBody>
      </p:sp>
      <p:sp>
        <p:nvSpPr>
          <p:cNvPr id="14" name="">
            <a:extLst xmlns:a="http://schemas.openxmlformats.org/drawingml/2006/main">
              <a:ext uri="{FF2B5EF4-FFF2-40B4-BE49-F238E27FC236}">
                <a16:creationId xmlns:a16="http://schemas.microsoft.com/office/drawing/2014/main" id="{F230C5CB-C980-45DE-B9D6-E4BAE5041191}"/>
              </a:ext>
            </a:extLst>
          </p:cNvPr>
          <p:cNvSpPr>
            <a:spLocks xmlns:a="http://schemas.openxmlformats.org/drawingml/2006/main" noGrp="1"/>
          </p:cNvSpPr>
          <p:nvPr/>
        </p:nvSpPr>
        <p:spPr>
          <a:xfrm xmlns:a="http://schemas.openxmlformats.org/drawingml/2006/main">
            <a:off x="609600" y="6057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미플 8개 · 예산 큐브 8개 · 주사위 2개 · 라운드 말 · 연필</a:t>
            </a:r>
          </a:p>
        </p:txBody>
      </p:sp>
    </p:spTree>
    <p:extLst>
      <p:ext uri="{BB962C8B-B14F-4D97-AF65-F5344CB8AC3E}">
        <p14:creationId xmlns:p14="http://schemas.microsoft.com/office/powerpoint/2010/main" val="1004017436"/>
      </p:ext>
    </p:extLst>
  </p:cSld>
</p:sld>
</file>

<file path=ppt/slides/slide10.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8C2F6A-DC46-4E81-A608-9CB91F4E6013}"/>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53D10E64-E396-4926-A52F-F1C2723C4629}"/>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10</a:t>
            </a:r>
          </a:p>
        </p:txBody>
      </p:sp>
      <p:sp>
        <p:nvSpPr>
          <p:cNvPr id="3" name="">
            <a:extLst xmlns:a="http://schemas.openxmlformats.org/drawingml/2006/main">
              <a:ext uri="{FF2B5EF4-FFF2-40B4-BE49-F238E27FC236}">
                <a16:creationId xmlns:a16="http://schemas.microsoft.com/office/drawing/2014/main" id="{18E992E8-B5A2-4D78-85BC-9AA762455E0B}"/>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테이블에서도, 각자의 화면에서도</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1ec5071e44744da"/>
          <a:stretch xmlns:a="http://schemas.openxmlformats.org/drawingml/2006/main"/>
        </p:blipFill>
        <p:spPr>
          <a:xfrm xmlns:a="http://schemas.openxmlformats.org/drawingml/2006/main">
            <a:off x="812346" y="1524000"/>
            <a:ext cx="4776107"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2042EC-4A46-440E-BCE3-847346734291}"/>
              </a:ext>
            </a:extLst>
          </p:cNvPr>
          <p:cNvSpPr>
            <a:spLocks xmlns:a="http://schemas.openxmlformats.org/drawingml/2006/main" noGrp="1"/>
          </p:cNvSpPr>
          <p:nvPr/>
        </p:nvSpPr>
        <p:spPr>
          <a:xfrm xmlns:a="http://schemas.openxmlformats.org/drawingml/2006/main">
            <a:off x="6391275" y="1771650"/>
            <a:ext cx="5038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테이블 모드</a:t>
            </a:r>
          </a:p>
        </p:txBody>
      </p:sp>
      <p:sp>
        <p:nvSpPr>
          <p:cNvPr id="6" name="">
            <a:extLst xmlns:a="http://schemas.openxmlformats.org/drawingml/2006/main">
              <a:ext uri="{FF2B5EF4-FFF2-40B4-BE49-F238E27FC236}">
                <a16:creationId xmlns:a16="http://schemas.microsoft.com/office/drawing/2014/main" id="{D1F46CCF-F967-441B-A6D9-F5134F2F8A94}"/>
              </a:ext>
            </a:extLst>
          </p:cNvPr>
          <p:cNvSpPr>
            <a:spLocks xmlns:a="http://schemas.openxmlformats.org/drawingml/2006/main" noGrp="1"/>
          </p:cNvSpPr>
          <p:nvPr/>
        </p:nvSpPr>
        <p:spPr>
          <a:xfrm xmlns:a="http://schemas.openxmlformats.org/drawingml/2006/main">
            <a:off x="6391275" y="2352675"/>
            <a:ext cx="5067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말과 카드를 직접 옮기며</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실제 보드게임처럼 진행합니다.</a:t>
            </a:r>
          </a:p>
        </p:txBody>
      </p:sp>
      <p:sp>
        <p:nvSpPr>
          <p:cNvPr id="7" name="">
            <a:extLst xmlns:a="http://schemas.openxmlformats.org/drawingml/2006/main">
              <a:ext uri="{FF2B5EF4-FFF2-40B4-BE49-F238E27FC236}">
                <a16:creationId xmlns:a16="http://schemas.microsoft.com/office/drawing/2014/main" id="{6B768875-6FC7-4354-B4B3-7713E01D796F}"/>
              </a:ext>
            </a:extLst>
          </p:cNvPr>
          <p:cNvSpPr>
            <a:spLocks xmlns:a="http://schemas.openxmlformats.org/drawingml/2006/main" noGrp="1"/>
          </p:cNvSpPr>
          <p:nvPr/>
        </p:nvSpPr>
        <p:spPr>
          <a:xfrm xmlns:a="http://schemas.openxmlformats.org/drawingml/2006/main">
            <a:off x="6391275" y="3714750"/>
            <a:ext cx="5038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온라인 모드</a:t>
            </a:r>
          </a:p>
        </p:txBody>
      </p:sp>
      <p:sp>
        <p:nvSpPr>
          <p:cNvPr id="8" name="">
            <a:extLst xmlns:a="http://schemas.openxmlformats.org/drawingml/2006/main">
              <a:ext uri="{FF2B5EF4-FFF2-40B4-BE49-F238E27FC236}">
                <a16:creationId xmlns:a16="http://schemas.microsoft.com/office/drawing/2014/main" id="{582B839B-1F91-4BE1-B91A-E63B46B34C2B}"/>
              </a:ext>
            </a:extLst>
          </p:cNvPr>
          <p:cNvSpPr>
            <a:spLocks xmlns:a="http://schemas.openxmlformats.org/drawingml/2006/main" noGrp="1"/>
          </p:cNvSpPr>
          <p:nvPr/>
        </p:nvSpPr>
        <p:spPr>
          <a:xfrm xmlns:a="http://schemas.openxmlformats.org/drawingml/2006/main">
            <a:off x="6391275" y="4295775"/>
            <a:ext cx="5191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각자 휴대폰·PC로 같은 방에 접속합니다.</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이동과 효과, 점수는 게임이 처리합니다.</a:t>
            </a:r>
          </a:p>
        </p:txBody>
      </p:sp>
      <p:sp>
        <p:nvSpPr>
          <p:cNvPr id="9" name="">
            <a:extLst xmlns:a="http://schemas.openxmlformats.org/drawingml/2006/main">
              <a:ext uri="{FF2B5EF4-FFF2-40B4-BE49-F238E27FC236}">
                <a16:creationId xmlns:a16="http://schemas.microsoft.com/office/drawing/2014/main" id="{2305C750-A924-453F-BF06-7B183D5A35F7}"/>
              </a:ext>
            </a:extLst>
          </p:cNvPr>
          <p:cNvSpPr>
            <a:spLocks xmlns:a="http://schemas.openxmlformats.org/drawingml/2006/main" noGrp="1"/>
          </p:cNvSpPr>
          <p:nvPr/>
        </p:nvSpPr>
        <p:spPr>
          <a:xfrm xmlns:a="http://schemas.openxmlformats.org/drawingml/2006/main">
            <a:off x="609600" y="5581650"/>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986"/>
                </a:solidFill>
                <a:latin typeface="Pretendard"/>
                <a:ea typeface="Pretendard"/>
                <a:cs typeface="Pretendard"/>
              </a:defRPr>
            </a:pPr>
            <a:r>
              <a:rPr sz="2175" b="1">
                <a:solidFill>
                  <a:srgbClr val="087986"/>
                </a:solidFill>
                <a:latin typeface="Pretendard"/>
                <a:ea typeface="Pretendard"/>
                <a:cs typeface="Pretendard"/>
                <a:hlinkClick xmlns:r="http://schemas.openxmlformats.org/officeDocument/2006/relationships" r:id="R8714799bdcbf44b7"/>
              </a:rPr>
              <a:t>두 가지 플레이 방식 열기 ↗</a:t>
            </a:r>
          </a:p>
        </p:txBody>
      </p:sp>
    </p:spTree>
    <p:extLst>
      <p:ext uri="{BB962C8B-B14F-4D97-AF65-F5344CB8AC3E}">
        <p14:creationId xmlns:p14="http://schemas.microsoft.com/office/powerpoint/2010/main" val="1769096882"/>
      </p:ext>
    </p:extLst>
  </p:cSld>
</p:sld>
</file>

<file path=ppt/slides/slide11.xml><?xml version="1.0" encoding="utf-8"?>
<p:sld xmlns:p="http://schemas.openxmlformats.org/presentationml/2006/main">
  <p:cSld>
    <p:bg>
      <p:bgPr>
        <a:solidFill xmlns:a="http://schemas.openxmlformats.org/drawingml/2006/main">
          <a:srgbClr val="153E4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EBA908-6106-417B-B300-180A120BEBBC}"/>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CFE4E5"/>
                </a:solidFill>
                <a:latin typeface="Pretendard"/>
                <a:ea typeface="Pretendard"/>
                <a:cs typeface="Pretendard"/>
              </a:defRPr>
            </a:pPr>
            <a:r>
              <a:rPr sz="1200" b="1">
                <a:solidFill>
                  <a:srgbClr val="CFE4E5"/>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C2720D6F-4676-4B8D-8A5E-003C551A569B}"/>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FE4E5"/>
                </a:solidFill>
                <a:latin typeface="Pretendard"/>
                <a:ea typeface="Pretendard"/>
                <a:cs typeface="Pretendard"/>
              </a:defRPr>
            </a:pPr>
            <a:r>
              <a:rPr sz="1200" b="0">
                <a:solidFill>
                  <a:srgbClr val="CFE4E5"/>
                </a:solidFill>
                <a:latin typeface="Pretendard"/>
                <a:ea typeface="Pretendard"/>
                <a:cs typeface="Pretendard"/>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7364618444b4c76"/>
          <a:srcRect xmlns:a="http://schemas.openxmlformats.org/drawingml/2006/main" l="25741" t="0" r="25741" b="0"/>
          <a:stretch xmlns:a="http://schemas.openxmlformats.org/drawingml/2006/main">
            <a:fillRect l="0" t="0" r="0" b="0"/>
          </a:stretch>
        </p:blipFill>
        <p:spPr>
          <a:xfrm xmlns:a="http://schemas.openxmlformats.org/drawingml/2006/main">
            <a:off x="7200900" y="0"/>
            <a:ext cx="49911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1B1DF7-8CBC-4E1A-8D0F-31B130F0C333}"/>
              </a:ext>
            </a:extLst>
          </p:cNvPr>
          <p:cNvSpPr>
            <a:spLocks xmlns:a="http://schemas.openxmlformats.org/drawingml/2006/main" noGrp="1"/>
          </p:cNvSpPr>
          <p:nvPr/>
        </p:nvSpPr>
        <p:spPr>
          <a:xfrm xmlns:a="http://schemas.openxmlformats.org/drawingml/2006/main">
            <a:off x="609600" y="1219200"/>
            <a:ext cx="6477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Pretendard"/>
                <a:ea typeface="Pretendard"/>
                <a:cs typeface="Pretendard"/>
              </a:defRPr>
            </a:pPr>
            <a:r>
              <a:rPr sz="4350" b="1">
                <a:solidFill>
                  <a:srgbClr val="FFFFFF"/>
                </a:solidFill>
                <a:latin typeface="Pretendard"/>
                <a:ea typeface="Pretendard"/>
                <a:cs typeface="Pretendard"/>
              </a:rPr>
              <a:t>이번 모임은,</a:t>
            </a:r>
          </a:p>
          <a:p xmlns:a="http://schemas.openxmlformats.org/drawingml/2006/main">
            <a:pPr algn="l">
              <a:defRPr sz="4350" b="1">
                <a:solidFill>
                  <a:srgbClr val="FFFFFF"/>
                </a:solidFill>
                <a:latin typeface="Pretendard"/>
                <a:ea typeface="Pretendard"/>
                <a:cs typeface="Pretendard"/>
              </a:defRPr>
            </a:pPr>
            <a:r>
              <a:rPr sz="4350" b="1">
                <a:solidFill>
                  <a:srgbClr val="FFFFFF"/>
                </a:solidFill>
                <a:latin typeface="Pretendard"/>
                <a:ea typeface="Pretendard"/>
                <a:cs typeface="Pretendard"/>
              </a:rPr>
              <a:t>울릉도로 떠나볼까요?</a:t>
            </a:r>
          </a:p>
        </p:txBody>
      </p:sp>
      <p:sp>
        <p:nvSpPr>
          <p:cNvPr id="5" name="">
            <a:extLst xmlns:a="http://schemas.openxmlformats.org/drawingml/2006/main">
              <a:ext uri="{FF2B5EF4-FFF2-40B4-BE49-F238E27FC236}">
                <a16:creationId xmlns:a16="http://schemas.microsoft.com/office/drawing/2014/main" id="{74410563-B3B7-4684-A5A3-C0E377725734}"/>
              </a:ext>
            </a:extLst>
          </p:cNvPr>
          <p:cNvSpPr>
            <a:spLocks xmlns:a="http://schemas.openxmlformats.org/drawingml/2006/main" noGrp="1"/>
          </p:cNvSpPr>
          <p:nvPr/>
        </p:nvSpPr>
        <p:spPr>
          <a:xfrm xmlns:a="http://schemas.openxmlformats.org/drawingml/2006/main">
            <a:off x="638175" y="3362325"/>
            <a:ext cx="6019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9ECEC"/>
                </a:solidFill>
                <a:latin typeface="Pretendard"/>
                <a:ea typeface="Pretendard"/>
                <a:cs typeface="Pretendard"/>
              </a:defRPr>
            </a:pPr>
            <a:r>
              <a:rPr sz="2250" b="0">
                <a:solidFill>
                  <a:srgbClr val="D9ECEC"/>
                </a:solidFill>
                <a:latin typeface="Pretendard"/>
                <a:ea typeface="Pretendard"/>
                <a:cs typeface="Pretendard"/>
              </a:rPr>
              <a:t>가고 싶은 곳을 고르고,</a:t>
            </a:r>
          </a:p>
          <a:p xmlns:a="http://schemas.openxmlformats.org/drawingml/2006/main">
            <a:pPr algn="l">
              <a:defRPr sz="2250" b="0">
                <a:solidFill>
                  <a:srgbClr val="D9ECEC"/>
                </a:solidFill>
                <a:latin typeface="Pretendard"/>
                <a:ea typeface="Pretendard"/>
                <a:cs typeface="Pretendard"/>
              </a:defRPr>
            </a:pPr>
            <a:r>
              <a:rPr sz="2250" b="0">
                <a:solidFill>
                  <a:srgbClr val="D9ECEC"/>
                </a:solidFill>
                <a:latin typeface="Pretendard"/>
                <a:ea typeface="Pretendard"/>
                <a:cs typeface="Pretendard"/>
              </a:rPr>
              <a:t>내 앞에 한 번의 여행을 남깁니다.</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db924fcee444dce"/>
          <a:stretch xmlns:a="http://schemas.openxmlformats.org/drawingml/2006/main"/>
        </p:blipFill>
        <p:spPr>
          <a:xfrm xmlns:a="http://schemas.openxmlformats.org/drawingml/2006/main">
            <a:off x="609600" y="4667250"/>
            <a:ext cx="1438275" cy="14382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C257F17-B340-4CEE-9E33-428BD3324FD8}"/>
              </a:ext>
            </a:extLst>
          </p:cNvPr>
          <p:cNvSpPr>
            <a:spLocks xmlns:a="http://schemas.openxmlformats.org/drawingml/2006/main" noGrp="1"/>
          </p:cNvSpPr>
          <p:nvPr/>
        </p:nvSpPr>
        <p:spPr>
          <a:xfrm xmlns:a="http://schemas.openxmlformats.org/drawingml/2006/main">
            <a:off x="2333625" y="48577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Pretendard"/>
                <a:ea typeface="Pretendard"/>
                <a:cs typeface="Pretendard"/>
              </a:defRPr>
            </a:pPr>
            <a:r>
              <a:rPr sz="2100" b="1">
                <a:solidFill>
                  <a:srgbClr val="FFFFFF"/>
                </a:solidFill>
                <a:latin typeface="Pretendard"/>
                <a:ea typeface="Pretendard"/>
                <a:cs typeface="Pretendard"/>
                <a:hlinkClick xmlns:r="http://schemas.openxmlformats.org/officeDocument/2006/relationships" r:id="R08b631d40f5c4055"/>
              </a:rPr>
              <a:t>한 차례 먼저 해보기 ↗</a:t>
            </a:r>
          </a:p>
        </p:txBody>
      </p:sp>
      <p:sp>
        <p:nvSpPr>
          <p:cNvPr id="8" name="">
            <a:extLst xmlns:a="http://schemas.openxmlformats.org/drawingml/2006/main">
              <a:ext uri="{FF2B5EF4-FFF2-40B4-BE49-F238E27FC236}">
                <a16:creationId xmlns:a16="http://schemas.microsoft.com/office/drawing/2014/main" id="{7F0BF1EF-476E-42A9-8B9D-C225F3E2E170}"/>
              </a:ext>
            </a:extLst>
          </p:cNvPr>
          <p:cNvSpPr>
            <a:spLocks xmlns:a="http://schemas.openxmlformats.org/drawingml/2006/main" noGrp="1"/>
          </p:cNvSpPr>
          <p:nvPr/>
        </p:nvSpPr>
        <p:spPr>
          <a:xfrm xmlns:a="http://schemas.openxmlformats.org/drawingml/2006/main">
            <a:off x="2333625" y="543877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D9ECEC"/>
                </a:solidFill>
                <a:latin typeface="Pretendard"/>
                <a:ea typeface="Pretendard"/>
                <a:cs typeface="Pretendard"/>
              </a:defRPr>
            </a:pPr>
            <a:r>
              <a:rPr sz="1950" b="1">
                <a:solidFill>
                  <a:srgbClr val="D9ECEC"/>
                </a:solidFill>
                <a:latin typeface="Pretendard"/>
                <a:ea typeface="Pretendard"/>
                <a:cs typeface="Pretendard"/>
                <a:hlinkClick xmlns:r="http://schemas.openxmlformats.org/officeDocument/2006/relationships" r:id="R6e2f87dc66d948ea"/>
              </a:rPr>
              <a:t>60초 소개 영상 보기 ↗</a:t>
            </a:r>
          </a:p>
        </p:txBody>
      </p:sp>
    </p:spTree>
    <p:extLst>
      <p:ext uri="{BB962C8B-B14F-4D97-AF65-F5344CB8AC3E}">
        <p14:creationId xmlns:p14="http://schemas.microsoft.com/office/powerpoint/2010/main" val="740297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2026-09-30T15:12:22.4200000Z</dcterms:created>
  <dcterms:modified xsi:type="dcterms:W3CDTF">2026-09-30T15:12:22.4200000Z</dcterms:modified>
</coreProperties>
</file>